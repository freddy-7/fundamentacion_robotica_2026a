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1"/>
  </p:notesMasterIdLst>
  <p:sldIdLst>
    <p:sldId id="256" r:id="rId2"/>
    <p:sldId id="357" r:id="rId3"/>
    <p:sldId id="358" r:id="rId4"/>
    <p:sldId id="530" r:id="rId5"/>
    <p:sldId id="484" r:id="rId6"/>
    <p:sldId id="489" r:id="rId7"/>
    <p:sldId id="490" r:id="rId8"/>
    <p:sldId id="491" r:id="rId9"/>
    <p:sldId id="492" r:id="rId10"/>
    <p:sldId id="486" r:id="rId11"/>
    <p:sldId id="487" r:id="rId12"/>
    <p:sldId id="456" r:id="rId13"/>
    <p:sldId id="499" r:id="rId14"/>
    <p:sldId id="500" r:id="rId15"/>
    <p:sldId id="501" r:id="rId16"/>
    <p:sldId id="502" r:id="rId17"/>
    <p:sldId id="532" r:id="rId18"/>
    <p:sldId id="512" r:id="rId19"/>
    <p:sldId id="533" r:id="rId20"/>
    <p:sldId id="534" r:id="rId21"/>
    <p:sldId id="535" r:id="rId22"/>
    <p:sldId id="536" r:id="rId23"/>
    <p:sldId id="516" r:id="rId24"/>
    <p:sldId id="521" r:id="rId25"/>
    <p:sldId id="517" r:id="rId26"/>
    <p:sldId id="518" r:id="rId27"/>
    <p:sldId id="503" r:id="rId28"/>
    <p:sldId id="519" r:id="rId29"/>
    <p:sldId id="280" r:id="rId30"/>
  </p:sldIdLst>
  <p:sldSz cx="9144000" cy="5143500" type="screen16x9"/>
  <p:notesSz cx="6858000" cy="9144000"/>
  <p:embeddedFontLst>
    <p:embeddedFont>
      <p:font typeface="Advent Pro Light" panose="020B0604020202020204" charset="0"/>
      <p:regular r:id="rId32"/>
      <p:bold r:id="rId33"/>
    </p:embeddedFont>
    <p:embeddedFont>
      <p:font typeface="Anton" pitchFamily="2" charset="0"/>
      <p:regular r:id="rId34"/>
    </p:embeddedFont>
    <p:embeddedFont>
      <p:font typeface="Cambria Math" panose="02040503050406030204" pitchFamily="18" charset="0"/>
      <p:regular r:id="rId35"/>
    </p:embeddedFont>
    <p:embeddedFont>
      <p:font typeface="Fira Sans Condensed Light" panose="020B0403050000020004" pitchFamily="34" charset="0"/>
      <p:regular r:id="rId36"/>
      <p:bold r:id="rId37"/>
      <p:italic r:id="rId38"/>
      <p:boldItalic r:id="rId39"/>
    </p:embeddedFont>
    <p:embeddedFont>
      <p:font typeface="Rajdhani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F828"/>
    <a:srgbClr val="EAFEE8"/>
    <a:srgbClr val="E8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34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E0941D1-3839-34C8-EF0C-80096981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B8937A85-7C89-A497-373B-6153DF899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407CA0F0-CE61-AFB4-B091-2670D5CE3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256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505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336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6920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110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439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752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260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269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E265533-25C9-5568-5556-93C68161D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6D76C65-277A-0A13-BB01-2FCABEC2B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E3B8799-DCFD-EFE7-D3E3-24EF731C2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4834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8414CF5-F519-6A48-C8EF-5D257AAC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525E9837-A476-46BC-9FF1-AA245CA8E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5372D39-6DEA-7F44-2C45-F991B6228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823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4640F8A-D7A8-95A1-D491-AD818D03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6D12C268-2904-3D4B-2D81-D7AEA4F32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B41B3E57-7619-6C5D-8B74-AA36ABDDB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5860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F8ADD54-03FC-1760-9A67-F08F7ABD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3F092A5-76D3-897B-99D8-8D7B290AD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A454B5F-9A53-CD57-BB61-1D24D778C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9195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5F55874-763C-3C8B-5987-33D0BB55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978390B-CDC7-8AC2-574E-E31A183EF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16DE3C87-8061-4B8F-4948-546573B70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0019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5F1DC8E-D6A6-D950-74C4-62B12891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3CA5BF1-F970-FDBF-2D6D-B519A2A6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DC5933D-19D1-5466-CFCD-B11213D0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96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E036A64-8290-64EE-8B90-4C9E8E10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0653B82-A51D-D9D4-7D7A-4D3970F50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7CC0C8-EDBE-72B8-FE39-4C4B4EB07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3252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88638C4-287A-BAF1-133B-79E5A34A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DDFD9449-DD05-8900-36B1-F78602F2B4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138CB611-4975-5059-AE97-5AF7A8FB7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09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54C2033-1870-4815-23B0-0F4C7590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8DAFC9A-AA5B-0CE8-FA97-F25A949E5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CB5CFC9-1A0E-87BD-E115-F7EB866B3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931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E45DF9D-77BD-16CE-918F-1990C6FD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420509E-19F4-95D1-364D-21ADFB0FD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E3DFE20-30A1-915E-9F44-FF1509888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62501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B505C6C-EC42-9AD3-BBAA-9BAC6CDD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14E0BF4-89DC-96A1-A3D3-986872376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3FE56505-1783-0A7F-9599-11F8D66B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9936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488B3CC-F311-97C8-486D-A0D15528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9E966AC0-9B92-11A6-577B-ED9858FCB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D7BB577-CCB3-E1BF-8F24-E679CD482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875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6006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609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8919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86A8E5F-49CF-4138-A87F-C514372D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257739E-09EE-E33F-8883-DB061AE5E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380497B-69C1-7FF1-8E92-9FD5EAB7C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523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gif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gif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26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6626743-1DD7-937D-AA5F-92001464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5969688C-C71D-EFA7-74F1-9A2E4CF30E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9C32B582-A3B6-1EAC-E2FB-A09CDCBC37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-Diferentes Tipos de articulaciones</a:t>
            </a:r>
          </a:p>
          <a:p>
            <a:pPr marL="146050" indent="0">
              <a:buSzPts val="1300"/>
            </a:pPr>
            <a:r>
              <a:rPr lang="es-ES" dirty="0"/>
              <a:t>-Análisis de diferentes configuraciones de robots manipuladores</a:t>
            </a:r>
          </a:p>
          <a:p>
            <a:pPr marL="146050" indent="0">
              <a:buSzPts val="1300"/>
            </a:pPr>
            <a:r>
              <a:rPr lang="es-ES" dirty="0"/>
              <a:t>-Robot Cartesiano (3GDL)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FF5BA56C-D17A-4FCF-298A-9A8A3292ED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573C3E5B-B1CB-D088-7960-EA8F40DE13D2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62167FA0-9186-78CD-D21D-4E565F1A8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2C711EF4-728D-746D-08A8-B627A7D2D09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8430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Uniones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uniones son elementos rígidos que se emplean para la conexión de las diversas articulaciones del robot. En una cadena de </a:t>
            </a:r>
            <a:r>
              <a:rPr lang="es-ES" sz="18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unión-articulación-unión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se le denomina unión de entrada al eslabón que esta más cerca de la base del robot, a la otra unión por consiguiente se le llama unión de salida. La unión de salida es la que se desplaza con respecto a la unión de entrada.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B7FE54E-B9A7-73E7-4D43-293135E33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42" y="1496307"/>
            <a:ext cx="4490856" cy="31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prismáticas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movimiento de las uniones puede ser lineal o rotacional. Las articulaciones lineales implican un movimiento deslizante o de translación de las uniones de conexión, este movimiento puede ser generado por pistones o por medio de hacer deslizar el elemento sobre un carril o guía usando dispositivos mecánicos, eléctricos o neumáticos. </a:t>
            </a:r>
          </a:p>
        </p:txBody>
      </p:sp>
      <p:pic>
        <p:nvPicPr>
          <p:cNvPr id="4098" name="Picture 2" descr="Sistemas de coordenadas - Educación Tecnológica 2 - Campus Virtual ORT">
            <a:extLst>
              <a:ext uri="{FF2B5EF4-FFF2-40B4-BE49-F238E27FC236}">
                <a16:creationId xmlns:a16="http://schemas.microsoft.com/office/drawing/2014/main" id="{3F06F62B-B65C-6090-1438-CBAEB71F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027" y="2161744"/>
            <a:ext cx="4507157" cy="187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27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Rotacional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el eje de rotación es perpendicular a los ejes de las dos uniones.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F05950-2940-3314-615F-3B0EDD114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40" y="1776412"/>
            <a:ext cx="26003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Torsión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la cual realiza un movimiento de torsión entre las uniones de entrada y salida, y el eje de torsión de esta articulación es paralelo al eje de las dos uniones.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8FAB2A-9838-4ABE-5461-531119926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560" y="1874227"/>
            <a:ext cx="3302163" cy="174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Revolución,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este tipo el eje de rotación es paralelo al eje de la unión de entrada y perpendicular al de la unión de salida, es decir la unión de salida gira alrededor de la de entrada.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E3D2D7-07F1-696C-830D-6B5E46AFC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177" y="1870847"/>
            <a:ext cx="3413688" cy="189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1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cilíndrico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Cilíndrico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AA9F0B-83EB-04D2-8290-5D46E275F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649" y="1345413"/>
            <a:ext cx="3866719" cy="3459333"/>
          </a:xfrm>
          <a:prstGeom prst="rect">
            <a:avLst/>
          </a:prstGeom>
        </p:spPr>
      </p:pic>
      <p:pic>
        <p:nvPicPr>
          <p:cNvPr id="3078" name="Picture 6" descr="Técnicas de observación de la tierra (II): Geodesia - Alfa Geomatics">
            <a:extLst>
              <a:ext uri="{FF2B5EF4-FFF2-40B4-BE49-F238E27FC236}">
                <a16:creationId xmlns:a16="http://schemas.microsoft.com/office/drawing/2014/main" id="{EAE20C04-403A-DBEB-2A6F-38401842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11" y="2362266"/>
            <a:ext cx="2636877" cy="174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5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BF066A2E-F5E8-3A2D-EB85-9A062AC1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52" y="1597768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atriz de rotación - Wikipedia, la enciclopedia libre">
            <a:extLst>
              <a:ext uri="{FF2B5EF4-FFF2-40B4-BE49-F238E27FC236}">
                <a16:creationId xmlns:a16="http://schemas.microsoft.com/office/drawing/2014/main" id="{AE569C14-E387-B041-DB51-53FC6A3F4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397" y="1798594"/>
            <a:ext cx="2254901" cy="243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22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 (RRR)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Presentan mayor destreza en su espacio de trabajo, ya que sus eslabones están unidos por tres articulaciones rotacionales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B0B8FD-5700-F66E-D366-B24191B8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06278"/>
            <a:ext cx="4275631" cy="31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E5D48AB-05E7-EA1A-2807-09C7A611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93851351-DAB9-4633-CBFB-523EB981C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22729E1-4CA6-96C4-B80E-F233F4B0B14B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5D2756EF-C333-8A15-7AC2-5C866AAE40BF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514F399D-F251-4AC3-596C-54DE2C0FCEA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FCDA5540-0743-839D-6FCC-E3739F279EA2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9F11E9DE-DA97-94AE-C417-45F5D0A8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Google Shape;1603;p42">
            <a:extLst>
              <a:ext uri="{FF2B5EF4-FFF2-40B4-BE49-F238E27FC236}">
                <a16:creationId xmlns:a16="http://schemas.microsoft.com/office/drawing/2014/main" id="{F355BF4F-CCCF-90CF-D921-587B951C58B5}"/>
              </a:ext>
            </a:extLst>
          </p:cNvPr>
          <p:cNvSpPr txBox="1"/>
          <p:nvPr/>
        </p:nvSpPr>
        <p:spPr>
          <a:xfrm>
            <a:off x="6322339" y="1980494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Ubicación de eje z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eje z siempre se coloca en dirección del movimiento de la articulación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05D397-389F-BD4D-FBDB-687371E3E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A23550A-B34C-03BE-5956-5CF03EFF986F}"/>
              </a:ext>
            </a:extLst>
          </p:cNvPr>
          <p:cNvCxnSpPr>
            <a:cxnSpLocks/>
          </p:cNvCxnSpPr>
          <p:nvPr/>
        </p:nvCxnSpPr>
        <p:spPr>
          <a:xfrm flipV="1">
            <a:off x="2067211" y="374659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C8ABADB-EBD6-1078-01F6-06A59B96D5E8}"/>
              </a:ext>
            </a:extLst>
          </p:cNvPr>
          <p:cNvCxnSpPr>
            <a:cxnSpLocks/>
          </p:cNvCxnSpPr>
          <p:nvPr/>
        </p:nvCxnSpPr>
        <p:spPr>
          <a:xfrm flipH="1">
            <a:off x="1711731" y="4150851"/>
            <a:ext cx="360683" cy="204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BC0FD7A-C6C4-856F-5BEF-31248A866202}"/>
              </a:ext>
            </a:extLst>
          </p:cNvPr>
          <p:cNvCxnSpPr>
            <a:cxnSpLocks/>
          </p:cNvCxnSpPr>
          <p:nvPr/>
        </p:nvCxnSpPr>
        <p:spPr>
          <a:xfrm>
            <a:off x="2062009" y="4155196"/>
            <a:ext cx="376391" cy="214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D99CDA5-81C1-BF43-5B74-0DE77B8E453B}"/>
              </a:ext>
            </a:extLst>
          </p:cNvPr>
          <p:cNvSpPr txBox="1"/>
          <p:nvPr/>
        </p:nvSpPr>
        <p:spPr>
          <a:xfrm>
            <a:off x="1756460" y="347846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43FACD-2F8A-0C63-35BF-22E30028DD4E}"/>
              </a:ext>
            </a:extLst>
          </p:cNvPr>
          <p:cNvSpPr txBox="1"/>
          <p:nvPr/>
        </p:nvSpPr>
        <p:spPr>
          <a:xfrm>
            <a:off x="1425433" y="4370093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81B4C9-C11A-DE16-21E8-6D737D181FFF}"/>
              </a:ext>
            </a:extLst>
          </p:cNvPr>
          <p:cNvSpPr txBox="1"/>
          <p:nvPr/>
        </p:nvSpPr>
        <p:spPr>
          <a:xfrm>
            <a:off x="2385994" y="437009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E3D1D0D8-C0BA-F087-63AB-FADA2C4B356B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gla de la mano derecha | Tekla User Assistance">
            <a:extLst>
              <a:ext uri="{FF2B5EF4-FFF2-40B4-BE49-F238E27FC236}">
                <a16:creationId xmlns:a16="http://schemas.microsoft.com/office/drawing/2014/main" id="{97201F91-5583-16D4-52F5-3C9FD450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7883" y="3559003"/>
            <a:ext cx="1126377" cy="115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35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BDBC80EA-3FBE-101D-C315-E67E2248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7DEA0A8-D883-B9D0-5C2E-3579164C7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7EC557C-7E51-61BC-824E-B2642E096997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00E32A9C-0332-60AE-6991-79F22E3E399A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EDCCD5C-4349-EA82-924F-D32FDFCA72F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188C03AB-3432-FEC8-B759-5FF795104920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25AAA6E8-889F-DD19-EF71-5F2E4D6A1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D816C6-E2C4-E254-A581-59001E454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423F85E7-96D6-BB36-2A4A-0B6C31E57630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a 2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“y1” y translación l1(t) sobre el eje Z1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13AD5073-9B15-FF58-94E7-9DB75C0C57A7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32C42CF-A923-E173-7412-3936EC2581C6}"/>
              </a:ext>
            </a:extLst>
          </p:cNvPr>
          <p:cNvCxnSpPr>
            <a:cxnSpLocks/>
          </p:cNvCxnSpPr>
          <p:nvPr/>
        </p:nvCxnSpPr>
        <p:spPr>
          <a:xfrm flipV="1">
            <a:off x="7705866" y="3518055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44F178F-1303-26B8-983A-07B7A208D5B7}"/>
              </a:ext>
            </a:extLst>
          </p:cNvPr>
          <p:cNvCxnSpPr>
            <a:cxnSpLocks/>
          </p:cNvCxnSpPr>
          <p:nvPr/>
        </p:nvCxnSpPr>
        <p:spPr>
          <a:xfrm flipH="1">
            <a:off x="7347017" y="3939426"/>
            <a:ext cx="364457" cy="237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6AB8B60-B60C-2821-12DA-78AA6FB4E9A6}"/>
              </a:ext>
            </a:extLst>
          </p:cNvPr>
          <p:cNvCxnSpPr>
            <a:cxnSpLocks/>
          </p:cNvCxnSpPr>
          <p:nvPr/>
        </p:nvCxnSpPr>
        <p:spPr>
          <a:xfrm flipH="1" flipV="1">
            <a:off x="7353711" y="3702977"/>
            <a:ext cx="346953" cy="223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E5EDD7-F562-2A38-DA95-3B9C6A6093BF}"/>
              </a:ext>
            </a:extLst>
          </p:cNvPr>
          <p:cNvSpPr txBox="1"/>
          <p:nvPr/>
        </p:nvSpPr>
        <p:spPr>
          <a:xfrm>
            <a:off x="6938473" y="338131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3DEDA5-B84E-2623-448B-671027F8453E}"/>
              </a:ext>
            </a:extLst>
          </p:cNvPr>
          <p:cNvSpPr txBox="1"/>
          <p:nvPr/>
        </p:nvSpPr>
        <p:spPr>
          <a:xfrm>
            <a:off x="6989778" y="4035873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135E3B-0E3D-C64E-6D8B-CB105FE2F251}"/>
              </a:ext>
            </a:extLst>
          </p:cNvPr>
          <p:cNvSpPr txBox="1"/>
          <p:nvPr/>
        </p:nvSpPr>
        <p:spPr>
          <a:xfrm>
            <a:off x="7516962" y="311572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1C591F3D-4882-9232-1E95-CBA7E23DC9EB}"/>
              </a:ext>
            </a:extLst>
          </p:cNvPr>
          <p:cNvCxnSpPr>
            <a:cxnSpLocks/>
          </p:cNvCxnSpPr>
          <p:nvPr/>
        </p:nvCxnSpPr>
        <p:spPr>
          <a:xfrm flipV="1">
            <a:off x="2067211" y="374659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9AD6FCA-C6F3-9550-F7CA-82C87AC0B6AA}"/>
              </a:ext>
            </a:extLst>
          </p:cNvPr>
          <p:cNvSpPr txBox="1"/>
          <p:nvPr/>
        </p:nvSpPr>
        <p:spPr>
          <a:xfrm>
            <a:off x="1756460" y="347846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3EBF66-5955-8A3B-8256-926D870FA4A1}"/>
              </a:ext>
            </a:extLst>
          </p:cNvPr>
          <p:cNvSpPr txBox="1"/>
          <p:nvPr/>
        </p:nvSpPr>
        <p:spPr>
          <a:xfrm>
            <a:off x="1368522" y="440132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8F02E26-0537-CE5B-0BDC-4D1B6C88B256}"/>
              </a:ext>
            </a:extLst>
          </p:cNvPr>
          <p:cNvSpPr txBox="1"/>
          <p:nvPr/>
        </p:nvSpPr>
        <p:spPr>
          <a:xfrm>
            <a:off x="2350201" y="447489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pic>
        <p:nvPicPr>
          <p:cNvPr id="23" name="Picture 2" descr="Regla de la mano derecha | Tekla User Assistance">
            <a:extLst>
              <a:ext uri="{FF2B5EF4-FFF2-40B4-BE49-F238E27FC236}">
                <a16:creationId xmlns:a16="http://schemas.microsoft.com/office/drawing/2014/main" id="{F13EAEA1-3311-BF40-71C2-2F59CC8BA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7883" y="3559003"/>
            <a:ext cx="1126377" cy="115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A945387-626E-8E7F-486F-880FF215B976}"/>
              </a:ext>
            </a:extLst>
          </p:cNvPr>
          <p:cNvSpPr txBox="1"/>
          <p:nvPr/>
        </p:nvSpPr>
        <p:spPr>
          <a:xfrm>
            <a:off x="2558565" y="4484933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EBDBBB5-F040-9764-27F2-78E9EDB5A88D}"/>
              </a:ext>
            </a:extLst>
          </p:cNvPr>
          <p:cNvSpPr txBox="1"/>
          <p:nvPr/>
        </p:nvSpPr>
        <p:spPr>
          <a:xfrm>
            <a:off x="1581922" y="440132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DDE9A49-CB42-D5BE-7443-F5EB6D7ADB26}"/>
              </a:ext>
            </a:extLst>
          </p:cNvPr>
          <p:cNvSpPr txBox="1"/>
          <p:nvPr/>
        </p:nvSpPr>
        <p:spPr>
          <a:xfrm>
            <a:off x="2026805" y="349475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5420F08-D585-53B4-D267-2AD0C51CE8F5}"/>
              </a:ext>
            </a:extLst>
          </p:cNvPr>
          <p:cNvCxnSpPr>
            <a:cxnSpLocks/>
          </p:cNvCxnSpPr>
          <p:nvPr/>
        </p:nvCxnSpPr>
        <p:spPr>
          <a:xfrm flipH="1">
            <a:off x="1711731" y="4150851"/>
            <a:ext cx="360683" cy="204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Flecha: circular 29">
            <a:extLst>
              <a:ext uri="{FF2B5EF4-FFF2-40B4-BE49-F238E27FC236}">
                <a16:creationId xmlns:a16="http://schemas.microsoft.com/office/drawing/2014/main" id="{48ABFF6C-05DE-1F2D-6FC4-1649873FA0A3}"/>
              </a:ext>
            </a:extLst>
          </p:cNvPr>
          <p:cNvSpPr/>
          <p:nvPr/>
        </p:nvSpPr>
        <p:spPr>
          <a:xfrm flipH="1">
            <a:off x="1584196" y="4064356"/>
            <a:ext cx="478313" cy="558247"/>
          </a:xfrm>
          <a:prstGeom prst="circular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7AC404B-B1C0-95FB-A4E6-33F81498292C}"/>
              </a:ext>
            </a:extLst>
          </p:cNvPr>
          <p:cNvCxnSpPr>
            <a:cxnSpLocks/>
          </p:cNvCxnSpPr>
          <p:nvPr/>
        </p:nvCxnSpPr>
        <p:spPr>
          <a:xfrm>
            <a:off x="2062009" y="4155196"/>
            <a:ext cx="376391" cy="214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4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C6D328B8-4F92-7BF3-0D19-146ECC9C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94F3E210-3825-C33B-C373-AB1919B9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14447A6-521A-4CFD-0FBC-9A2D6D8EE76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5899D03B-1C98-B329-6785-951BEEDF001A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8A73762A-330D-4A94-C6E6-CA4E1F2651A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1BD45C-84D0-3C4B-B10C-CB22F5063D45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458A0B6A-74C2-080C-3960-6175ED59D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EE0DAB-4461-73FD-5EBC-0F0E2DED3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A9F8B2A5-F981-0C58-781A-FB4AD37FE4A9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 a 3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“x2” y translación l2(t) sobre el eje Z2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F2AAFC2A-9421-9FDA-5D44-1135FD8D98C9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anterior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6B63368-2B20-5C39-7DB3-202BB9CC1110}"/>
              </a:ext>
            </a:extLst>
          </p:cNvPr>
          <p:cNvCxnSpPr>
            <a:cxnSpLocks/>
          </p:cNvCxnSpPr>
          <p:nvPr/>
        </p:nvCxnSpPr>
        <p:spPr>
          <a:xfrm flipH="1" flipV="1">
            <a:off x="7443901" y="3728297"/>
            <a:ext cx="5202" cy="517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1F1ECBE-304D-3C19-8B03-0EA4441E9417}"/>
              </a:ext>
            </a:extLst>
          </p:cNvPr>
          <p:cNvCxnSpPr>
            <a:cxnSpLocks/>
          </p:cNvCxnSpPr>
          <p:nvPr/>
        </p:nvCxnSpPr>
        <p:spPr>
          <a:xfrm flipV="1">
            <a:off x="7454711" y="4054780"/>
            <a:ext cx="365794" cy="192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FBF414B-F4CD-5655-2A0F-D9CDEA63A83F}"/>
              </a:ext>
            </a:extLst>
          </p:cNvPr>
          <p:cNvCxnSpPr>
            <a:cxnSpLocks/>
          </p:cNvCxnSpPr>
          <p:nvPr/>
        </p:nvCxnSpPr>
        <p:spPr>
          <a:xfrm flipH="1" flipV="1">
            <a:off x="7110511" y="3988537"/>
            <a:ext cx="333390" cy="246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9033E5-F3B2-1E79-4DD9-2A50780F75E2}"/>
              </a:ext>
            </a:extLst>
          </p:cNvPr>
          <p:cNvSpPr txBox="1"/>
          <p:nvPr/>
        </p:nvSpPr>
        <p:spPr>
          <a:xfrm>
            <a:off x="6725521" y="374449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4610DA-D062-4525-1816-5AD121F666F4}"/>
              </a:ext>
            </a:extLst>
          </p:cNvPr>
          <p:cNvSpPr txBox="1"/>
          <p:nvPr/>
        </p:nvSpPr>
        <p:spPr>
          <a:xfrm>
            <a:off x="7244600" y="333202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313424-61E2-1BBD-D28C-00FC68FD8FB7}"/>
              </a:ext>
            </a:extLst>
          </p:cNvPr>
          <p:cNvSpPr txBox="1"/>
          <p:nvPr/>
        </p:nvSpPr>
        <p:spPr>
          <a:xfrm>
            <a:off x="7771671" y="3819097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BBE09D2A-B139-FEF4-2493-93329F4F2216}"/>
              </a:ext>
            </a:extLst>
          </p:cNvPr>
          <p:cNvCxnSpPr>
            <a:cxnSpLocks/>
          </p:cNvCxnSpPr>
          <p:nvPr/>
        </p:nvCxnSpPr>
        <p:spPr>
          <a:xfrm flipV="1">
            <a:off x="1858547" y="392760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DCB9197-5492-B11D-FD6C-DC2FEC413A5D}"/>
              </a:ext>
            </a:extLst>
          </p:cNvPr>
          <p:cNvCxnSpPr>
            <a:cxnSpLocks/>
          </p:cNvCxnSpPr>
          <p:nvPr/>
        </p:nvCxnSpPr>
        <p:spPr>
          <a:xfrm flipH="1">
            <a:off x="1499698" y="4348980"/>
            <a:ext cx="364457" cy="237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DA505A0-8F89-6FEF-1E48-9429C4A5A440}"/>
              </a:ext>
            </a:extLst>
          </p:cNvPr>
          <p:cNvCxnSpPr>
            <a:cxnSpLocks/>
          </p:cNvCxnSpPr>
          <p:nvPr/>
        </p:nvCxnSpPr>
        <p:spPr>
          <a:xfrm flipH="1" flipV="1">
            <a:off x="1506392" y="4112531"/>
            <a:ext cx="346953" cy="223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8648D52-EC72-4719-7E13-30C73C34E6E6}"/>
              </a:ext>
            </a:extLst>
          </p:cNvPr>
          <p:cNvSpPr txBox="1"/>
          <p:nvPr/>
        </p:nvSpPr>
        <p:spPr>
          <a:xfrm>
            <a:off x="1091154" y="37908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D97478-D089-8275-01AC-56F495933C70}"/>
              </a:ext>
            </a:extLst>
          </p:cNvPr>
          <p:cNvSpPr txBox="1"/>
          <p:nvPr/>
        </p:nvSpPr>
        <p:spPr>
          <a:xfrm>
            <a:off x="1142459" y="4445427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7B217E-7911-9516-212B-3CA5FA9863AC}"/>
              </a:ext>
            </a:extLst>
          </p:cNvPr>
          <p:cNvSpPr txBox="1"/>
          <p:nvPr/>
        </p:nvSpPr>
        <p:spPr>
          <a:xfrm>
            <a:off x="1669643" y="3525280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6" name="Flecha: circular 15">
            <a:extLst>
              <a:ext uri="{FF2B5EF4-FFF2-40B4-BE49-F238E27FC236}">
                <a16:creationId xmlns:a16="http://schemas.microsoft.com/office/drawing/2014/main" id="{49EB6E03-9982-A7AA-87E1-C08E61032C93}"/>
              </a:ext>
            </a:extLst>
          </p:cNvPr>
          <p:cNvSpPr/>
          <p:nvPr/>
        </p:nvSpPr>
        <p:spPr>
          <a:xfrm>
            <a:off x="1354269" y="3945396"/>
            <a:ext cx="487468" cy="558247"/>
          </a:xfrm>
          <a:prstGeom prst="circular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52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CD3F275-95AA-5FAD-1AA1-47AADEE4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E9B74CA-CE4C-685A-199A-3904AD6B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828004E-2E6D-4578-24B6-C64BD833ECCB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0329BD53-DCF3-6672-537C-44E6A79C6FFB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08F8917E-AE66-61E1-3ABA-42E5673B450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1C7CD9C8-50FB-7219-21BC-E3759CDA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37" y="1770879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C7051DE4-24C1-462E-5B6D-720784B07585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analizan con respecto al marco de referencia inercial 0.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603;p42">
            <a:extLst>
              <a:ext uri="{FF2B5EF4-FFF2-40B4-BE49-F238E27FC236}">
                <a16:creationId xmlns:a16="http://schemas.microsoft.com/office/drawing/2014/main" id="{0189A74C-B38C-4D4A-9328-0D5312B0B3C9}"/>
              </a:ext>
            </a:extLst>
          </p:cNvPr>
          <p:cNvSpPr txBox="1"/>
          <p:nvPr/>
        </p:nvSpPr>
        <p:spPr>
          <a:xfrm>
            <a:off x="421672" y="150036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Obtención de velocidades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4E9AFA4-3C0F-5CDF-E7B9-77DD09C74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916" y="2119464"/>
            <a:ext cx="1343212" cy="11812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F673D9-7F4C-FA4A-65AA-B9F73FB582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4701"/>
          <a:stretch/>
        </p:blipFill>
        <p:spPr>
          <a:xfrm>
            <a:off x="200488" y="2084234"/>
            <a:ext cx="1262776" cy="262926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065D4BF-4AC5-E0C1-A608-B6B74BF80039}"/>
              </a:ext>
            </a:extLst>
          </p:cNvPr>
          <p:cNvSpPr txBox="1"/>
          <p:nvPr/>
        </p:nvSpPr>
        <p:spPr>
          <a:xfrm>
            <a:off x="5169878" y="4243755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L1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567168-41D0-17D8-64DB-258CA8E12BC3}"/>
              </a:ext>
            </a:extLst>
          </p:cNvPr>
          <p:cNvSpPr txBox="1"/>
          <p:nvPr/>
        </p:nvSpPr>
        <p:spPr>
          <a:xfrm>
            <a:off x="3938955" y="1904416"/>
            <a:ext cx="413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L2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B43EC8-A637-AEB0-B713-97D9E7D41AC8}"/>
              </a:ext>
            </a:extLst>
          </p:cNvPr>
          <p:cNvSpPr txBox="1"/>
          <p:nvPr/>
        </p:nvSpPr>
        <p:spPr>
          <a:xfrm>
            <a:off x="3434862" y="2858954"/>
            <a:ext cx="413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938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4B10987-31FD-E0C5-51CC-CBC63917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53DAE15E-CB84-C175-62C7-039BF2DB8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E2B823D5-15FD-A2CA-14B1-F18F6F2D68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 Análisis de marcos de referencia en robots cartesianos y angulares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D50F9B3-BE89-0F06-A9C3-59598C8ADB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A68759F8-FAAC-B753-9136-5D59F12CFA50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49FFAED-F4A1-94DE-7096-79BBA3A2F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9988E058-0AB9-A0E4-E5E2-F908003F20D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9491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7503DAA-7997-6BBF-7E9A-5D1C1517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93A0F3D-DFF9-94F3-1F7E-F85D9119C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8B4FB26-6F29-78E7-3307-1A429F7DEF46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576812B-F685-BF7B-8245-54B9156CAC3F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05DB345-400E-AFCB-7059-98E86233F3A6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78325D6-2E81-C701-D527-7EF8158EDBA0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03FE014F-8048-56CB-7D1B-62DC97D60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2FA875D-6212-DB57-44FA-2443C6419CBF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9C3B688-B8E2-F2A7-B449-9AFB5966BB4C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C31392A-A509-5FF5-0669-298D2777019F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27F0544-3E39-0BD7-64EF-7A65103806D5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3550405-AA20-F153-C9BA-2F9097FC63BB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DA491A-D6C2-9DAE-27C3-7B9C27E7EA70}"/>
              </a:ext>
            </a:extLst>
          </p:cNvPr>
          <p:cNvSpPr txBox="1"/>
          <p:nvPr/>
        </p:nvSpPr>
        <p:spPr>
          <a:xfrm>
            <a:off x="2908326" y="3615565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A16D62-AF61-A2F4-01AF-F97897FE9AD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A52ACDB-4F9F-9C1E-03FE-7E433C0C9E08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E9B2AEB-0E0D-5998-7C8D-98795F2EA7D1}"/>
              </a:ext>
            </a:extLst>
          </p:cNvPr>
          <p:cNvCxnSpPr>
            <a:cxnSpLocks/>
          </p:cNvCxnSpPr>
          <p:nvPr/>
        </p:nvCxnSpPr>
        <p:spPr>
          <a:xfrm flipV="1">
            <a:off x="6554283" y="2726876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50D3906-A533-F71A-9056-5B4C08081AF7}"/>
              </a:ext>
            </a:extLst>
          </p:cNvPr>
          <p:cNvCxnSpPr>
            <a:cxnSpLocks/>
          </p:cNvCxnSpPr>
          <p:nvPr/>
        </p:nvCxnSpPr>
        <p:spPr>
          <a:xfrm flipV="1">
            <a:off x="6571952" y="3264354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3FCD89D-9C5E-94A5-CCCD-CCB6C7F5D557}"/>
              </a:ext>
            </a:extLst>
          </p:cNvPr>
          <p:cNvCxnSpPr>
            <a:cxnSpLocks/>
          </p:cNvCxnSpPr>
          <p:nvPr/>
        </p:nvCxnSpPr>
        <p:spPr>
          <a:xfrm>
            <a:off x="6560229" y="3407783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6A40CC0-86F5-3A1A-8896-D10F449D1AB9}"/>
              </a:ext>
            </a:extLst>
          </p:cNvPr>
          <p:cNvSpPr txBox="1"/>
          <p:nvPr/>
        </p:nvSpPr>
        <p:spPr>
          <a:xfrm>
            <a:off x="6416969" y="3823348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D142083-C238-9DCF-95E1-9983C6E9E484}"/>
              </a:ext>
            </a:extLst>
          </p:cNvPr>
          <p:cNvSpPr txBox="1"/>
          <p:nvPr/>
        </p:nvSpPr>
        <p:spPr>
          <a:xfrm>
            <a:off x="7180034" y="3307788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A944241-B4E4-6DF9-1B5E-ADE79C1F7CCD}"/>
              </a:ext>
            </a:extLst>
          </p:cNvPr>
          <p:cNvSpPr txBox="1"/>
          <p:nvPr/>
        </p:nvSpPr>
        <p:spPr>
          <a:xfrm>
            <a:off x="6235674" y="2505166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1658E5E-367B-A3EC-F6A5-B1EF04BE1CD7}"/>
              </a:ext>
            </a:extLst>
          </p:cNvPr>
          <p:cNvSpPr/>
          <p:nvPr/>
        </p:nvSpPr>
        <p:spPr>
          <a:xfrm rot="21448468" flipH="1">
            <a:off x="6184265" y="3152129"/>
            <a:ext cx="904533" cy="4999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D9D5556-2E61-2F5C-98A7-788E2F8DB61C}"/>
              </a:ext>
            </a:extLst>
          </p:cNvPr>
          <p:cNvCxnSpPr>
            <a:cxnSpLocks/>
          </p:cNvCxnSpPr>
          <p:nvPr/>
        </p:nvCxnSpPr>
        <p:spPr>
          <a:xfrm flipV="1">
            <a:off x="6571952" y="3045222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4CCD0F5-57EB-0F42-42D1-F71EC222D336}"/>
              </a:ext>
            </a:extLst>
          </p:cNvPr>
          <p:cNvSpPr txBox="1"/>
          <p:nvPr/>
        </p:nvSpPr>
        <p:spPr>
          <a:xfrm>
            <a:off x="2414293" y="316555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8285D0-C654-A9C3-6D79-8789D8EC3DB9}"/>
              </a:ext>
            </a:extLst>
          </p:cNvPr>
          <p:cNvSpPr txBox="1"/>
          <p:nvPr/>
        </p:nvSpPr>
        <p:spPr>
          <a:xfrm>
            <a:off x="6598079" y="2843721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80238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7B4A1E1-22C4-848B-7D74-4DE72DD0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D3B685B-78E3-00FB-7EA0-1B9BEE7C1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B6D8104-B87C-8A57-EF53-21ECCF8B6A50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ED3F355-9410-3614-C6C6-1C0A1F1793F0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F1E12677-15DC-673C-832E-F8DE17CD8B3E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236130E2-E5BE-0849-8A09-2A4B122FD609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68DC2DA9-3C8B-2EFF-1447-84BEB0604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568F4D27-1AC5-0E11-9B59-CFF82384C62C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945D92D-A69B-A6D0-25B8-19BA17F787A6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9C198F9F-A5AC-9755-477E-92609A6D126E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49F0817-B0E1-C53B-24FA-739AD6F5E37D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1076795-BE69-D607-5F16-40EE3664C080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1BAEB1-43FF-5992-316B-4B55C481BEE4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02372D-7EDC-FB4C-A08C-F173607CF310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6F11BB6-04E3-493E-55E6-F043321BD66D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F80C76B-F59E-C514-C063-104795DD8804}"/>
              </a:ext>
            </a:extLst>
          </p:cNvPr>
          <p:cNvCxnSpPr>
            <a:cxnSpLocks/>
          </p:cNvCxnSpPr>
          <p:nvPr/>
        </p:nvCxnSpPr>
        <p:spPr>
          <a:xfrm flipV="1">
            <a:off x="6554283" y="2726876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182ADB9-0326-3C3C-158D-BDE7D71AED2F}"/>
              </a:ext>
            </a:extLst>
          </p:cNvPr>
          <p:cNvCxnSpPr>
            <a:cxnSpLocks/>
          </p:cNvCxnSpPr>
          <p:nvPr/>
        </p:nvCxnSpPr>
        <p:spPr>
          <a:xfrm flipV="1">
            <a:off x="6571952" y="3264354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8B0615C-7C1B-B360-B575-08EE1D9D9E86}"/>
              </a:ext>
            </a:extLst>
          </p:cNvPr>
          <p:cNvCxnSpPr>
            <a:cxnSpLocks/>
          </p:cNvCxnSpPr>
          <p:nvPr/>
        </p:nvCxnSpPr>
        <p:spPr>
          <a:xfrm>
            <a:off x="6560229" y="3407783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6B0F0B2-6A0A-1E06-B983-2F8E0679AC05}"/>
              </a:ext>
            </a:extLst>
          </p:cNvPr>
          <p:cNvSpPr txBox="1"/>
          <p:nvPr/>
        </p:nvSpPr>
        <p:spPr>
          <a:xfrm>
            <a:off x="6416969" y="3823348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66FF1BC-4790-3290-35A4-DFE6648F5E9E}"/>
              </a:ext>
            </a:extLst>
          </p:cNvPr>
          <p:cNvSpPr txBox="1"/>
          <p:nvPr/>
        </p:nvSpPr>
        <p:spPr>
          <a:xfrm>
            <a:off x="7234413" y="299403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A7E5D5E-98AF-F62B-1B23-E5E84303976C}"/>
              </a:ext>
            </a:extLst>
          </p:cNvPr>
          <p:cNvSpPr txBox="1"/>
          <p:nvPr/>
        </p:nvSpPr>
        <p:spPr>
          <a:xfrm>
            <a:off x="6235674" y="2505166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CF52F28-9FEC-5307-77AF-36DE9318E95D}"/>
              </a:ext>
            </a:extLst>
          </p:cNvPr>
          <p:cNvCxnSpPr>
            <a:cxnSpLocks/>
          </p:cNvCxnSpPr>
          <p:nvPr/>
        </p:nvCxnSpPr>
        <p:spPr>
          <a:xfrm flipV="1">
            <a:off x="6571952" y="3045222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64A555A-1E54-F6F3-2504-D124D55EABE0}"/>
              </a:ext>
            </a:extLst>
          </p:cNvPr>
          <p:cNvCxnSpPr/>
          <p:nvPr/>
        </p:nvCxnSpPr>
        <p:spPr>
          <a:xfrm>
            <a:off x="6951680" y="3120720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2192148-C990-891E-F1B4-D1509E1B7167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36721C-E4C2-1BBD-0DFC-DD530FF578A8}"/>
              </a:ext>
            </a:extLst>
          </p:cNvPr>
          <p:cNvCxnSpPr>
            <a:cxnSpLocks/>
          </p:cNvCxnSpPr>
          <p:nvPr/>
        </p:nvCxnSpPr>
        <p:spPr>
          <a:xfrm>
            <a:off x="6571952" y="3416776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CA99E20-5708-BDBB-ECE6-1A6437EA2B9E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1AECEB-30FF-CBC2-9941-8EB4D398CCBB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DBB212-B854-CC62-C324-08D6A3C56E28}"/>
              </a:ext>
            </a:extLst>
          </p:cNvPr>
          <p:cNvSpPr txBox="1"/>
          <p:nvPr/>
        </p:nvSpPr>
        <p:spPr>
          <a:xfrm>
            <a:off x="6654686" y="2828435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042F82-6C4C-8CE3-2A28-FBA2F798D745}"/>
              </a:ext>
            </a:extLst>
          </p:cNvPr>
          <p:cNvSpPr txBox="1"/>
          <p:nvPr/>
        </p:nvSpPr>
        <p:spPr>
          <a:xfrm>
            <a:off x="6901166" y="3262705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965A7D-16B0-CA88-9955-51B8235E1FC4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46032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149ED29-10B0-5DDD-4132-0222240A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7CAB9DD-C722-A39B-73B7-F7F6463E4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49C7070-759D-0938-A1DA-8D01957345D6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5A84F26-17F7-B51A-C52D-0619EB15CAF5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E3473431-B8DF-D913-88F6-D0565E58571C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F9A9B8BD-5B9A-F49C-70DE-D6CBBA5CD935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F1330ECA-A84E-E15B-1CF5-CCB2BD41C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B4A87A0F-92FF-B7B9-93D1-44A1BF57D849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8421C5D-B116-EB9C-82D7-62AF5C94981E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07DECB95-13DE-FD3E-DCC2-4BB4CE071682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7FA0E39-65AF-18F7-9F72-DE29F2A816F6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83B4FAD-15AB-2547-55FB-EB4E9888DBEF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997306-32FB-36B7-484A-0C2FF9D8ECB2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8A0D8E-877C-E1C1-CB08-A0AE74A6CE5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1DD4E64-AE98-A8B1-39F1-4AB828E830F3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990C0B5-478D-7EA4-57B1-C4FD09071864}"/>
              </a:ext>
            </a:extLst>
          </p:cNvPr>
          <p:cNvCxnSpPr>
            <a:cxnSpLocks/>
          </p:cNvCxnSpPr>
          <p:nvPr/>
        </p:nvCxnSpPr>
        <p:spPr>
          <a:xfrm flipV="1">
            <a:off x="6737344" y="174609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4B99DFD-6B6F-5FA8-AD9C-BEF9B32B6B03}"/>
              </a:ext>
            </a:extLst>
          </p:cNvPr>
          <p:cNvCxnSpPr>
            <a:cxnSpLocks/>
          </p:cNvCxnSpPr>
          <p:nvPr/>
        </p:nvCxnSpPr>
        <p:spPr>
          <a:xfrm flipV="1">
            <a:off x="6755013" y="228357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3552132-8380-C8C0-2108-8CC058D7D26E}"/>
              </a:ext>
            </a:extLst>
          </p:cNvPr>
          <p:cNvCxnSpPr>
            <a:cxnSpLocks/>
          </p:cNvCxnSpPr>
          <p:nvPr/>
        </p:nvCxnSpPr>
        <p:spPr>
          <a:xfrm>
            <a:off x="6743290" y="242700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90F80C9-9294-C703-DB07-F75C1B52C6E7}"/>
              </a:ext>
            </a:extLst>
          </p:cNvPr>
          <p:cNvSpPr txBox="1"/>
          <p:nvPr/>
        </p:nvSpPr>
        <p:spPr>
          <a:xfrm>
            <a:off x="6600030" y="284256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556A36A-A3FD-2FD5-C395-26A627AB8A64}"/>
              </a:ext>
            </a:extLst>
          </p:cNvPr>
          <p:cNvSpPr txBox="1"/>
          <p:nvPr/>
        </p:nvSpPr>
        <p:spPr>
          <a:xfrm>
            <a:off x="7417474" y="201325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43336F0-7391-8A4C-546F-0D8928315B5B}"/>
              </a:ext>
            </a:extLst>
          </p:cNvPr>
          <p:cNvSpPr txBox="1"/>
          <p:nvPr/>
        </p:nvSpPr>
        <p:spPr>
          <a:xfrm>
            <a:off x="6418735" y="152438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C854642-8514-064D-E417-08F25BDCB44C}"/>
              </a:ext>
            </a:extLst>
          </p:cNvPr>
          <p:cNvCxnSpPr>
            <a:cxnSpLocks/>
          </p:cNvCxnSpPr>
          <p:nvPr/>
        </p:nvCxnSpPr>
        <p:spPr>
          <a:xfrm flipV="1">
            <a:off x="6755013" y="2064441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146A979-25CA-193E-72AE-93C8D26DE488}"/>
              </a:ext>
            </a:extLst>
          </p:cNvPr>
          <p:cNvCxnSpPr/>
          <p:nvPr/>
        </p:nvCxnSpPr>
        <p:spPr>
          <a:xfrm>
            <a:off x="7134741" y="213993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3720E1-3AC6-B341-F61D-5F9BF20003E6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CF4224A-2B12-4DB0-B02B-193084E9D99F}"/>
              </a:ext>
            </a:extLst>
          </p:cNvPr>
          <p:cNvCxnSpPr>
            <a:cxnSpLocks/>
          </p:cNvCxnSpPr>
          <p:nvPr/>
        </p:nvCxnSpPr>
        <p:spPr>
          <a:xfrm>
            <a:off x="6755013" y="2435995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46350A7-AFA2-9CF1-14CA-BAC07E633966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5CE61B-B02D-B8B5-7DE8-BDDCACD400A0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2A3BAC-1216-D2D9-3E29-124A420C801D}"/>
              </a:ext>
            </a:extLst>
          </p:cNvPr>
          <p:cNvSpPr txBox="1"/>
          <p:nvPr/>
        </p:nvSpPr>
        <p:spPr>
          <a:xfrm>
            <a:off x="6837747" y="184765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F4BCD5-263B-0BEC-D67E-BB2530F71BB7}"/>
              </a:ext>
            </a:extLst>
          </p:cNvPr>
          <p:cNvSpPr txBox="1"/>
          <p:nvPr/>
        </p:nvSpPr>
        <p:spPr>
          <a:xfrm>
            <a:off x="7084227" y="228192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9A2093-FD80-4B1F-83CA-97EF88D6BAAA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FEA1178-355A-2EBE-A57D-B1DA20854C18}"/>
              </a:ext>
            </a:extLst>
          </p:cNvPr>
          <p:cNvSpPr txBox="1"/>
          <p:nvPr/>
        </p:nvSpPr>
        <p:spPr>
          <a:xfrm>
            <a:off x="6775509" y="2588426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5849F32-13C6-8413-CBAA-91F5E43ADB72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76B15D43-C466-AA95-9105-30F5FC7A9484}"/>
              </a:ext>
            </a:extLst>
          </p:cNvPr>
          <p:cNvSpPr txBox="1"/>
          <p:nvPr/>
        </p:nvSpPr>
        <p:spPr>
          <a:xfrm>
            <a:off x="5690150" y="3191117"/>
            <a:ext cx="297320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Teorema de Pitágoras obtenemos SL1: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8E3A12-7755-3F23-55CD-1679F3C28A77}"/>
                  </a:ext>
                </a:extLst>
              </p:cNvPr>
              <p:cNvSpPr txBox="1"/>
              <p:nvPr/>
            </p:nvSpPr>
            <p:spPr>
              <a:xfrm>
                <a:off x="6033052" y="4145104"/>
                <a:ext cx="2243628" cy="417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MX" sz="2400" dirty="0">
                    <a:solidFill>
                      <a:schemeClr val="tx2"/>
                    </a:solidFill>
                  </a:rPr>
                  <a:t>SL1=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s-MX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8E3A12-7755-3F23-55CD-1679F3C28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2" y="4145104"/>
                <a:ext cx="2243628" cy="417615"/>
              </a:xfrm>
              <a:prstGeom prst="rect">
                <a:avLst/>
              </a:prstGeom>
              <a:blipFill>
                <a:blip r:embed="rId5"/>
                <a:stretch>
                  <a:fillRect l="-8424" t="-10294" b="-455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7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23DAA5D-986C-7360-17DC-946D6E06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3C387398-4EB2-7375-C798-AB26CC35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C1F5541-B803-5A48-0588-A85BF99A0969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1654080-6275-079E-98F3-F2659A498260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BB4300C7-26C9-FE6D-E8B0-5C963539AF9A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3C4E13CF-ED67-E5D0-41C1-65CF4700AF16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4722D2A4-59AF-EA5C-916F-340866F63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85812E85-E050-4387-EB49-482D94C0409F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F5B4347-725E-3549-2F8A-BF0CC81E135E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DFEEE59-CC04-229E-38F3-8E4B146C6E2C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3F465DA-0EF4-8D7B-9709-A30B9D149B3A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B3ADAEF-C675-DEBA-296E-BE791FF51A0A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A8E123-8691-A63C-8F4D-EEEE2A3F1AB0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A914A1-4AB7-3064-E406-23D5C20CA9AD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7B8CA47-CC2D-1DE9-F443-B0611F341F73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87611B67-033B-226B-A3B9-FAB6F2C367D2}"/>
              </a:ext>
            </a:extLst>
          </p:cNvPr>
          <p:cNvCxnSpPr>
            <a:cxnSpLocks/>
          </p:cNvCxnSpPr>
          <p:nvPr/>
        </p:nvCxnSpPr>
        <p:spPr>
          <a:xfrm flipV="1">
            <a:off x="6737344" y="131937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E4F9FC3-BFC5-94B9-C8B3-8C56155BF5FC}"/>
              </a:ext>
            </a:extLst>
          </p:cNvPr>
          <p:cNvCxnSpPr>
            <a:cxnSpLocks/>
          </p:cNvCxnSpPr>
          <p:nvPr/>
        </p:nvCxnSpPr>
        <p:spPr>
          <a:xfrm flipV="1">
            <a:off x="6755013" y="185685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FE13B70-9D3F-E14B-4FF4-33FBFB6B56CC}"/>
              </a:ext>
            </a:extLst>
          </p:cNvPr>
          <p:cNvCxnSpPr>
            <a:cxnSpLocks/>
          </p:cNvCxnSpPr>
          <p:nvPr/>
        </p:nvCxnSpPr>
        <p:spPr>
          <a:xfrm>
            <a:off x="6743290" y="200028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41C811D-49E6-E635-AB8A-68ADF92AF2E7}"/>
              </a:ext>
            </a:extLst>
          </p:cNvPr>
          <p:cNvSpPr txBox="1"/>
          <p:nvPr/>
        </p:nvSpPr>
        <p:spPr>
          <a:xfrm>
            <a:off x="6600030" y="241584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76779F0-00A6-B0BD-13BC-3AD6841B7390}"/>
              </a:ext>
            </a:extLst>
          </p:cNvPr>
          <p:cNvSpPr txBox="1"/>
          <p:nvPr/>
        </p:nvSpPr>
        <p:spPr>
          <a:xfrm>
            <a:off x="7417474" y="158653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53EE2AA-8AB0-4C82-08BA-2E4B4CB801AC}"/>
              </a:ext>
            </a:extLst>
          </p:cNvPr>
          <p:cNvSpPr txBox="1"/>
          <p:nvPr/>
        </p:nvSpPr>
        <p:spPr>
          <a:xfrm>
            <a:off x="6418735" y="109766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D8DB7E7-B15D-7066-5B2E-69C9FE132948}"/>
              </a:ext>
            </a:extLst>
          </p:cNvPr>
          <p:cNvCxnSpPr>
            <a:cxnSpLocks/>
          </p:cNvCxnSpPr>
          <p:nvPr/>
        </p:nvCxnSpPr>
        <p:spPr>
          <a:xfrm flipV="1">
            <a:off x="6755013" y="1637721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6E9C105-CE4C-B7C4-E20F-79CB15F9921F}"/>
              </a:ext>
            </a:extLst>
          </p:cNvPr>
          <p:cNvCxnSpPr/>
          <p:nvPr/>
        </p:nvCxnSpPr>
        <p:spPr>
          <a:xfrm>
            <a:off x="7134741" y="171321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F3D272F-9F0E-1A79-DCD3-4F53791CB2B7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C091BC4-1335-00CF-6538-D9D1AEB2DEDA}"/>
              </a:ext>
            </a:extLst>
          </p:cNvPr>
          <p:cNvCxnSpPr>
            <a:cxnSpLocks/>
          </p:cNvCxnSpPr>
          <p:nvPr/>
        </p:nvCxnSpPr>
        <p:spPr>
          <a:xfrm>
            <a:off x="6755013" y="2009275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DACDCA9-F022-7116-2FB4-84E0DA785CCA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962006-70E4-CB4E-CBFF-558CCF4B6A91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B94D2DD-3705-92ED-5083-7A97E63C6DF4}"/>
              </a:ext>
            </a:extLst>
          </p:cNvPr>
          <p:cNvSpPr txBox="1"/>
          <p:nvPr/>
        </p:nvSpPr>
        <p:spPr>
          <a:xfrm>
            <a:off x="6731488" y="145626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C9BD17-5B1C-2706-4434-81E40D204359}"/>
              </a:ext>
            </a:extLst>
          </p:cNvPr>
          <p:cNvSpPr txBox="1"/>
          <p:nvPr/>
        </p:nvSpPr>
        <p:spPr>
          <a:xfrm>
            <a:off x="7084227" y="185520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975896-2360-335C-3C67-3500A8E62702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F464F5-1E05-81F3-1953-D72680D560FB}"/>
              </a:ext>
            </a:extLst>
          </p:cNvPr>
          <p:cNvSpPr txBox="1"/>
          <p:nvPr/>
        </p:nvSpPr>
        <p:spPr>
          <a:xfrm>
            <a:off x="7024638" y="216155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29FD2A8-37BD-1E41-5350-8C88CE1BA42B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EC904742-B304-7724-CB21-6529BEBF150A}"/>
              </a:ext>
            </a:extLst>
          </p:cNvPr>
          <p:cNvSpPr txBox="1"/>
          <p:nvPr/>
        </p:nvSpPr>
        <p:spPr>
          <a:xfrm>
            <a:off x="5377052" y="2767794"/>
            <a:ext cx="3605964" cy="46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razones trigonométricas obtenemos la proyección en “x”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C588F10-1203-95C0-61D4-6170B17D1550}"/>
                  </a:ext>
                </a:extLst>
              </p:cNvPr>
              <p:cNvSpPr txBox="1"/>
              <p:nvPr/>
            </p:nvSpPr>
            <p:spPr>
              <a:xfrm>
                <a:off x="6075770" y="3583846"/>
                <a:ext cx="2000548" cy="394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𝐶𝑎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C588F10-1203-95C0-61D4-6170B17D1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70" y="3583846"/>
                <a:ext cx="2000548" cy="394916"/>
              </a:xfrm>
              <a:prstGeom prst="rect">
                <a:avLst/>
              </a:prstGeom>
              <a:blipFill>
                <a:blip r:embed="rId5"/>
                <a:stretch>
                  <a:fillRect l="-4268" t="-6154" b="-1846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E735871-8BD0-83CA-A4F5-1F9D5931F33C}"/>
                  </a:ext>
                </a:extLst>
              </p:cNvPr>
              <p:cNvSpPr txBox="1"/>
              <p:nvPr/>
            </p:nvSpPr>
            <p:spPr>
              <a:xfrm>
                <a:off x="6780450" y="2099574"/>
                <a:ext cx="3614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  <m:sub>
                          <m:r>
                            <a:rPr lang="es-MX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E735871-8BD0-83CA-A4F5-1F9D5931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50" y="2099574"/>
                <a:ext cx="36148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o 24">
            <a:extLst>
              <a:ext uri="{FF2B5EF4-FFF2-40B4-BE49-F238E27FC236}">
                <a16:creationId xmlns:a16="http://schemas.microsoft.com/office/drawing/2014/main" id="{66591A82-3FCC-E4F7-87FE-7B42F3132F97}"/>
              </a:ext>
            </a:extLst>
          </p:cNvPr>
          <p:cNvSpPr/>
          <p:nvPr/>
        </p:nvSpPr>
        <p:spPr>
          <a:xfrm rot="20352824">
            <a:off x="6555044" y="1631490"/>
            <a:ext cx="361485" cy="562765"/>
          </a:xfrm>
          <a:prstGeom prst="arc">
            <a:avLst>
              <a:gd name="adj1" fmla="val 3995380"/>
              <a:gd name="adj2" fmla="val 5860104"/>
            </a:avLst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9C872C5-C35B-3416-54F3-DEF60024E5EC}"/>
                  </a:ext>
                </a:extLst>
              </p:cNvPr>
              <p:cNvSpPr txBox="1"/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SL</m:t>
                    </m:r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1∗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9C872C5-C35B-3416-54F3-DEF60024E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FFDCD6D-37A1-B74D-E88E-A887968A4FEA}"/>
                  </a:ext>
                </a:extLst>
              </p:cNvPr>
              <p:cNvSpPr txBox="1"/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FFDCD6D-37A1-B74D-E88E-A887968A4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blipFill>
                <a:blip r:embed="rId8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2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615AF37C-6F55-059A-5DC3-D4AD627B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A5F7174-5D0C-4008-D190-8E1E22AA8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19DE71F-2CE3-49EF-7C31-B4B9A76454FC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2A03785-E266-E6EF-3439-BE0C3C1D7DA6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0F70702B-6032-99A5-A73B-A23E98C91E41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4413ABA3-FD7A-1CAF-484D-BDD41B994653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87A1007B-C43D-EB34-1CA8-0430AC90F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8B107B4-339B-15F4-24E4-C892295F5FCB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98059E99-443C-6BD4-6417-EC8FBB7B8560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5CCDA9E6-91DF-587D-0D09-5288CC8D0B63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20BB98C-08BD-8B7F-AADD-42E77402140F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4756F96-66C8-BE26-F6C6-2DCE64672B6A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2E6450-ADBE-FD52-3DEF-BA1CF244F6B5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C3E07A-FB94-AA3A-39E6-5AB133A4EA8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B5BE829-B1C8-D7B6-1280-F5E24FC1E5E8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C90FD34-BBA1-A25A-8FC2-2601FD35A868}"/>
              </a:ext>
            </a:extLst>
          </p:cNvPr>
          <p:cNvCxnSpPr>
            <a:cxnSpLocks/>
          </p:cNvCxnSpPr>
          <p:nvPr/>
        </p:nvCxnSpPr>
        <p:spPr>
          <a:xfrm flipV="1">
            <a:off x="6737344" y="131937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300AC5D-3A4E-75D2-1BC8-9E421475A000}"/>
              </a:ext>
            </a:extLst>
          </p:cNvPr>
          <p:cNvCxnSpPr>
            <a:cxnSpLocks/>
          </p:cNvCxnSpPr>
          <p:nvPr/>
        </p:nvCxnSpPr>
        <p:spPr>
          <a:xfrm flipV="1">
            <a:off x="6755013" y="185685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3006542B-A084-52A0-C4DB-EF4362DC54BA}"/>
              </a:ext>
            </a:extLst>
          </p:cNvPr>
          <p:cNvCxnSpPr>
            <a:cxnSpLocks/>
          </p:cNvCxnSpPr>
          <p:nvPr/>
        </p:nvCxnSpPr>
        <p:spPr>
          <a:xfrm>
            <a:off x="6743290" y="200028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DA4FB61-7837-BD16-0727-123C87AF25B9}"/>
              </a:ext>
            </a:extLst>
          </p:cNvPr>
          <p:cNvSpPr txBox="1"/>
          <p:nvPr/>
        </p:nvSpPr>
        <p:spPr>
          <a:xfrm>
            <a:off x="6600030" y="241584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6FDD20-38A5-338D-72AE-3DCD88428593}"/>
              </a:ext>
            </a:extLst>
          </p:cNvPr>
          <p:cNvSpPr txBox="1"/>
          <p:nvPr/>
        </p:nvSpPr>
        <p:spPr>
          <a:xfrm>
            <a:off x="7417474" y="158653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64E526A-D02A-B541-5F31-2E704185B1FC}"/>
              </a:ext>
            </a:extLst>
          </p:cNvPr>
          <p:cNvSpPr txBox="1"/>
          <p:nvPr/>
        </p:nvSpPr>
        <p:spPr>
          <a:xfrm>
            <a:off x="6418735" y="109766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C5F6B34-08D3-A172-1DCD-A16885DB34B3}"/>
              </a:ext>
            </a:extLst>
          </p:cNvPr>
          <p:cNvCxnSpPr>
            <a:cxnSpLocks/>
          </p:cNvCxnSpPr>
          <p:nvPr/>
        </p:nvCxnSpPr>
        <p:spPr>
          <a:xfrm flipV="1">
            <a:off x="6755013" y="1460690"/>
            <a:ext cx="522889" cy="535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4F9DDAD-9624-4C4E-A66A-0A9A3BEB1E3A}"/>
              </a:ext>
            </a:extLst>
          </p:cNvPr>
          <p:cNvCxnSpPr>
            <a:cxnSpLocks/>
          </p:cNvCxnSpPr>
          <p:nvPr/>
        </p:nvCxnSpPr>
        <p:spPr>
          <a:xfrm>
            <a:off x="7277902" y="1557864"/>
            <a:ext cx="0" cy="7843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E232FC1-B54E-EEA3-780E-8D73A94AD9CA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CAADC92-EE3A-CB88-A929-440515829384}"/>
              </a:ext>
            </a:extLst>
          </p:cNvPr>
          <p:cNvCxnSpPr>
            <a:cxnSpLocks/>
          </p:cNvCxnSpPr>
          <p:nvPr/>
        </p:nvCxnSpPr>
        <p:spPr>
          <a:xfrm>
            <a:off x="6755013" y="2009275"/>
            <a:ext cx="522889" cy="2929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7DBEE78-4D37-FA7D-51BF-65DB6C0F2368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98C7AA-A431-629D-C044-B7B3A495F4BD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2BA0061-E19C-684B-31DD-56C44B8C1E76}"/>
              </a:ext>
            </a:extLst>
          </p:cNvPr>
          <p:cNvSpPr txBox="1"/>
          <p:nvPr/>
        </p:nvSpPr>
        <p:spPr>
          <a:xfrm>
            <a:off x="6731488" y="145626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9907C94-4733-0284-7124-E1570A768619}"/>
              </a:ext>
            </a:extLst>
          </p:cNvPr>
          <p:cNvSpPr txBox="1"/>
          <p:nvPr/>
        </p:nvSpPr>
        <p:spPr>
          <a:xfrm>
            <a:off x="7215258" y="1891074"/>
            <a:ext cx="2980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7337039-3427-45FF-6142-79221CF8D195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694CE6-22F2-7F6E-BF24-76292090C6AD}"/>
              </a:ext>
            </a:extLst>
          </p:cNvPr>
          <p:cNvSpPr txBox="1"/>
          <p:nvPr/>
        </p:nvSpPr>
        <p:spPr>
          <a:xfrm>
            <a:off x="7154235" y="2292736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869A49-2717-2BFD-F309-18F52C2AEED8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3AB04954-4901-BA82-E276-F060C48B650B}"/>
              </a:ext>
            </a:extLst>
          </p:cNvPr>
          <p:cNvSpPr txBox="1"/>
          <p:nvPr/>
        </p:nvSpPr>
        <p:spPr>
          <a:xfrm>
            <a:off x="5377052" y="2767794"/>
            <a:ext cx="3605964" cy="46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razones trigonométricas obtenemos la proyección en “Y”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811564-3DCF-0969-987A-C586B5F23187}"/>
                  </a:ext>
                </a:extLst>
              </p:cNvPr>
              <p:cNvSpPr txBox="1"/>
              <p:nvPr/>
            </p:nvSpPr>
            <p:spPr>
              <a:xfrm>
                <a:off x="6075770" y="3583846"/>
                <a:ext cx="2032159" cy="394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811564-3DCF-0969-987A-C586B5F23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70" y="3583846"/>
                <a:ext cx="2032159" cy="394916"/>
              </a:xfrm>
              <a:prstGeom prst="rect">
                <a:avLst/>
              </a:prstGeom>
              <a:blipFill>
                <a:blip r:embed="rId5"/>
                <a:stretch>
                  <a:fillRect l="-4204" t="-6154" b="-1846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585FA5C-35FF-EB72-EDE8-D71173705866}"/>
                  </a:ext>
                </a:extLst>
              </p:cNvPr>
              <p:cNvSpPr txBox="1"/>
              <p:nvPr/>
            </p:nvSpPr>
            <p:spPr>
              <a:xfrm flipH="1">
                <a:off x="6784469" y="2074969"/>
                <a:ext cx="36171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  <m:sub>
                          <m:r>
                            <a:rPr lang="es-MX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585FA5C-35FF-EB72-EDE8-D71173705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84469" y="2074969"/>
                <a:ext cx="36171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o 24">
            <a:extLst>
              <a:ext uri="{FF2B5EF4-FFF2-40B4-BE49-F238E27FC236}">
                <a16:creationId xmlns:a16="http://schemas.microsoft.com/office/drawing/2014/main" id="{658FBAC7-1FC3-F465-2DB2-F9E460AC2139}"/>
              </a:ext>
            </a:extLst>
          </p:cNvPr>
          <p:cNvSpPr/>
          <p:nvPr/>
        </p:nvSpPr>
        <p:spPr>
          <a:xfrm rot="20352824">
            <a:off x="6555044" y="1631490"/>
            <a:ext cx="361485" cy="562765"/>
          </a:xfrm>
          <a:prstGeom prst="arc">
            <a:avLst>
              <a:gd name="adj1" fmla="val 3995380"/>
              <a:gd name="adj2" fmla="val 5860104"/>
            </a:avLst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D151C57-6D34-9A5B-29BC-D7B3393477C8}"/>
                  </a:ext>
                </a:extLst>
              </p:cNvPr>
              <p:cNvSpPr txBox="1"/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SL</m:t>
                    </m:r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1∗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D151C57-6D34-9A5B-29BC-D7B33934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582E65-4228-32C5-4BE3-EEA27D9E6446}"/>
                  </a:ext>
                </a:extLst>
              </p:cNvPr>
              <p:cNvSpPr txBox="1"/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582E65-4228-32C5-4BE3-EEA27D9E6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blipFill>
                <a:blip r:embed="rId8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D50C2FF-A3CA-1725-C1FD-AA15D2F1C265}"/>
              </a:ext>
            </a:extLst>
          </p:cNvPr>
          <p:cNvCxnSpPr>
            <a:cxnSpLocks/>
          </p:cNvCxnSpPr>
          <p:nvPr/>
        </p:nvCxnSpPr>
        <p:spPr>
          <a:xfrm flipV="1">
            <a:off x="6965326" y="2325704"/>
            <a:ext cx="312576" cy="6923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17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72CDEF3-55D4-7942-BE29-CCE3F6C6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81ABEC86-A533-F153-5FCA-7E60F8A0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FD1C8A0-480A-9B24-F12F-34D5D5953F00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78423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 y Robot Cartesiano 3GDL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496B8C14-FF3D-B61F-D721-1CD42EE3159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18187681-4367-526D-BF1C-DE5FAFE4EE94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84C3E41D-DE9D-7AFA-46F5-85D2567ACEE9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 3GDL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9F3F19-F167-20EF-52B9-849AD6A58A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22" r="7013" b="24319"/>
          <a:stretch/>
        </p:blipFill>
        <p:spPr>
          <a:xfrm>
            <a:off x="324869" y="1993142"/>
            <a:ext cx="3027930" cy="264300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CBC8D83-0BF2-E726-0CFF-5C2287DC15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02" t="23996" r="58094" b="6566"/>
          <a:stretch/>
        </p:blipFill>
        <p:spPr>
          <a:xfrm>
            <a:off x="6245219" y="1978431"/>
            <a:ext cx="2660836" cy="2643002"/>
          </a:xfrm>
          <a:prstGeom prst="rect">
            <a:avLst/>
          </a:prstGeom>
        </p:spPr>
      </p:pic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49A2BFBA-DD91-BB20-DA21-A51D1E43E837}"/>
              </a:ext>
            </a:extLst>
          </p:cNvPr>
          <p:cNvSpPr txBox="1"/>
          <p:nvPr/>
        </p:nvSpPr>
        <p:spPr>
          <a:xfrm>
            <a:off x="6168783" y="133731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 3GDL</a:t>
            </a:r>
          </a:p>
        </p:txBody>
      </p:sp>
      <p:sp>
        <p:nvSpPr>
          <p:cNvPr id="15" name="Google Shape;1603;p42">
            <a:extLst>
              <a:ext uri="{FF2B5EF4-FFF2-40B4-BE49-F238E27FC236}">
                <a16:creationId xmlns:a16="http://schemas.microsoft.com/office/drawing/2014/main" id="{50C9088D-DD52-8C47-D7EE-18C34097A418}"/>
              </a:ext>
            </a:extLst>
          </p:cNvPr>
          <p:cNvSpPr txBox="1"/>
          <p:nvPr/>
        </p:nvSpPr>
        <p:spPr>
          <a:xfrm>
            <a:off x="3525317" y="1435443"/>
            <a:ext cx="2547383" cy="294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 4.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General</a:t>
            </a:r>
          </a:p>
          <a:p>
            <a:pPr algn="just"/>
            <a:endParaRPr lang="es-E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 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directa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cada robot, describiendo las matrices de transformación homogéneas locales y globales.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 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diferencial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cada robot, describiendo los vectores resultantes de la velocidad lineal y la velocidad angular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8B44A2A-ABDC-B442-20A4-62D5839ED28E}"/>
              </a:ext>
            </a:extLst>
          </p:cNvPr>
          <p:cNvCxnSpPr>
            <a:cxnSpLocks/>
          </p:cNvCxnSpPr>
          <p:nvPr/>
        </p:nvCxnSpPr>
        <p:spPr>
          <a:xfrm flipH="1" flipV="1">
            <a:off x="1477108" y="3543146"/>
            <a:ext cx="426677" cy="252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4B0B6AE-D488-F93A-BD97-A3147F58F382}"/>
              </a:ext>
            </a:extLst>
          </p:cNvPr>
          <p:cNvCxnSpPr>
            <a:cxnSpLocks/>
          </p:cNvCxnSpPr>
          <p:nvPr/>
        </p:nvCxnSpPr>
        <p:spPr>
          <a:xfrm flipV="1">
            <a:off x="1896629" y="3543147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ED89B06-872D-B99E-8D95-7194769A3730}"/>
              </a:ext>
            </a:extLst>
          </p:cNvPr>
          <p:cNvCxnSpPr>
            <a:cxnSpLocks/>
          </p:cNvCxnSpPr>
          <p:nvPr/>
        </p:nvCxnSpPr>
        <p:spPr>
          <a:xfrm flipV="1">
            <a:off x="1903785" y="3324990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C3B4CF5-198F-08E4-5CBD-1BC4CB9B6A6D}"/>
              </a:ext>
            </a:extLst>
          </p:cNvPr>
          <p:cNvSpPr txBox="1"/>
          <p:nvPr/>
        </p:nvSpPr>
        <p:spPr>
          <a:xfrm>
            <a:off x="2321698" y="32369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304D34-BFAC-9290-0DE0-949EC00DAC8F}"/>
              </a:ext>
            </a:extLst>
          </p:cNvPr>
          <p:cNvSpPr txBox="1"/>
          <p:nvPr/>
        </p:nvSpPr>
        <p:spPr>
          <a:xfrm>
            <a:off x="1253741" y="32955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0D6BA7-6192-53B3-D9FB-86BDC2606E94}"/>
              </a:ext>
            </a:extLst>
          </p:cNvPr>
          <p:cNvSpPr txBox="1"/>
          <p:nvPr/>
        </p:nvSpPr>
        <p:spPr>
          <a:xfrm>
            <a:off x="1791440" y="30054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3872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CD6C007-5E9A-61BF-00EC-2613E81F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6520666-835F-A395-8FA2-DB17A20E2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4F7D1A4-516C-E768-532E-81E00B9C23AA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78423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 y Robot Cartesiano 3GDL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EF670010-2646-EF3A-A17A-CDD66816A3AD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95AA830-5FEF-94D3-83EB-96DCC123CEC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BB134ADE-CFD9-D8A3-2134-6F1E325CC18F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 3GDL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D3C7DE-CA4F-9300-A856-E64A7BDE5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6245219" y="1978431"/>
            <a:ext cx="2660836" cy="2643002"/>
          </a:xfrm>
          <a:prstGeom prst="rect">
            <a:avLst/>
          </a:prstGeom>
        </p:spPr>
      </p:pic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50201BE9-3E3D-3458-76FC-B2C4847F272F}"/>
              </a:ext>
            </a:extLst>
          </p:cNvPr>
          <p:cNvSpPr txBox="1"/>
          <p:nvPr/>
        </p:nvSpPr>
        <p:spPr>
          <a:xfrm>
            <a:off x="6168783" y="133731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 3GDL</a:t>
            </a:r>
          </a:p>
        </p:txBody>
      </p:sp>
      <p:sp>
        <p:nvSpPr>
          <p:cNvPr id="15" name="Google Shape;1603;p42">
            <a:extLst>
              <a:ext uri="{FF2B5EF4-FFF2-40B4-BE49-F238E27FC236}">
                <a16:creationId xmlns:a16="http://schemas.microsoft.com/office/drawing/2014/main" id="{9C1DAE57-9BE5-19C2-55D3-528CC8244312}"/>
              </a:ext>
            </a:extLst>
          </p:cNvPr>
          <p:cNvSpPr txBox="1"/>
          <p:nvPr/>
        </p:nvSpPr>
        <p:spPr>
          <a:xfrm>
            <a:off x="3487099" y="1536998"/>
            <a:ext cx="2547383" cy="294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uno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describiendo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homogeneas locales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globales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6580860-3C64-206B-E9E0-26C34D3D99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22" r="7013" b="24319"/>
          <a:stretch/>
        </p:blipFill>
        <p:spPr>
          <a:xfrm>
            <a:off x="324869" y="1993142"/>
            <a:ext cx="3027930" cy="2643002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D433877-C4A8-F412-55AC-F2D2650EEBFC}"/>
              </a:ext>
            </a:extLst>
          </p:cNvPr>
          <p:cNvCxnSpPr>
            <a:cxnSpLocks/>
          </p:cNvCxnSpPr>
          <p:nvPr/>
        </p:nvCxnSpPr>
        <p:spPr>
          <a:xfrm flipH="1" flipV="1">
            <a:off x="1477108" y="3543146"/>
            <a:ext cx="426677" cy="252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6B8E613-10EC-3130-634E-ED08961A2A60}"/>
              </a:ext>
            </a:extLst>
          </p:cNvPr>
          <p:cNvCxnSpPr>
            <a:cxnSpLocks/>
          </p:cNvCxnSpPr>
          <p:nvPr/>
        </p:nvCxnSpPr>
        <p:spPr>
          <a:xfrm flipV="1">
            <a:off x="1896629" y="3543147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F79C554-E4BD-C6EA-8B5D-0F4F781EF1FD}"/>
              </a:ext>
            </a:extLst>
          </p:cNvPr>
          <p:cNvCxnSpPr>
            <a:cxnSpLocks/>
          </p:cNvCxnSpPr>
          <p:nvPr/>
        </p:nvCxnSpPr>
        <p:spPr>
          <a:xfrm flipV="1">
            <a:off x="1903785" y="3324990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217169D-FA34-96C5-0072-87F0D790C285}"/>
              </a:ext>
            </a:extLst>
          </p:cNvPr>
          <p:cNvSpPr txBox="1"/>
          <p:nvPr/>
        </p:nvSpPr>
        <p:spPr>
          <a:xfrm>
            <a:off x="2321698" y="32369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C3BFAD-285D-3E3C-40AB-0A23F38B437A}"/>
              </a:ext>
            </a:extLst>
          </p:cNvPr>
          <p:cNvSpPr txBox="1"/>
          <p:nvPr/>
        </p:nvSpPr>
        <p:spPr>
          <a:xfrm>
            <a:off x="1253741" y="32955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FB118E0-68CF-EA7B-3093-8DE1D5B01AE0}"/>
              </a:ext>
            </a:extLst>
          </p:cNvPr>
          <p:cNvSpPr txBox="1"/>
          <p:nvPr/>
        </p:nvSpPr>
        <p:spPr>
          <a:xfrm>
            <a:off x="1791440" y="30054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694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Reto. Robot Angular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9644DE-5E78-9FBA-0A87-B3361A31D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029" y="1740627"/>
            <a:ext cx="3261098" cy="306411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30C82748-C109-06E1-426E-B258CC8B111F}"/>
              </a:ext>
            </a:extLst>
          </p:cNvPr>
          <p:cNvCxnSpPr>
            <a:cxnSpLocks/>
          </p:cNvCxnSpPr>
          <p:nvPr/>
        </p:nvCxnSpPr>
        <p:spPr>
          <a:xfrm flipH="1" flipV="1">
            <a:off x="6793699" y="3363884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6BBBDAB-3685-6E6A-1A86-57B161140AF7}"/>
              </a:ext>
            </a:extLst>
          </p:cNvPr>
          <p:cNvCxnSpPr>
            <a:cxnSpLocks/>
          </p:cNvCxnSpPr>
          <p:nvPr/>
        </p:nvCxnSpPr>
        <p:spPr>
          <a:xfrm flipV="1">
            <a:off x="7125121" y="3471575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8DCA2A4-B508-A8D9-DA6C-5553FE25929E}"/>
              </a:ext>
            </a:extLst>
          </p:cNvPr>
          <p:cNvCxnSpPr>
            <a:cxnSpLocks/>
          </p:cNvCxnSpPr>
          <p:nvPr/>
        </p:nvCxnSpPr>
        <p:spPr>
          <a:xfrm flipV="1">
            <a:off x="7132277" y="3253418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2F20918-4DB7-5DB0-1E11-753B58CFD13C}"/>
              </a:ext>
            </a:extLst>
          </p:cNvPr>
          <p:cNvSpPr txBox="1"/>
          <p:nvPr/>
        </p:nvSpPr>
        <p:spPr>
          <a:xfrm>
            <a:off x="7550190" y="316539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F0AA83-A75D-5546-D305-9663CC0C2CE5}"/>
              </a:ext>
            </a:extLst>
          </p:cNvPr>
          <p:cNvSpPr txBox="1"/>
          <p:nvPr/>
        </p:nvSpPr>
        <p:spPr>
          <a:xfrm>
            <a:off x="6531618" y="303341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B632712-171E-3B47-0A8A-8C1A95DC405B}"/>
              </a:ext>
            </a:extLst>
          </p:cNvPr>
          <p:cNvSpPr txBox="1"/>
          <p:nvPr/>
        </p:nvSpPr>
        <p:spPr>
          <a:xfrm>
            <a:off x="7019932" y="29339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1894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9644DE-5E78-9FBA-0A87-B3361A31D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560" y="1768506"/>
            <a:ext cx="3261098" cy="3064119"/>
          </a:xfrm>
          <a:prstGeom prst="rect">
            <a:avLst/>
          </a:prstGeom>
        </p:spPr>
      </p:pic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B6AF135A-A7A6-5A21-F085-0F622BC44B05}"/>
              </a:ext>
            </a:extLst>
          </p:cNvPr>
          <p:cNvSpPr txBox="1"/>
          <p:nvPr/>
        </p:nvSpPr>
        <p:spPr>
          <a:xfrm>
            <a:off x="6319483" y="1726157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negativa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9F99651-5804-C403-9E26-F8631274B7BC}"/>
              </a:ext>
            </a:extLst>
          </p:cNvPr>
          <p:cNvCxnSpPr>
            <a:cxnSpLocks/>
          </p:cNvCxnSpPr>
          <p:nvPr/>
        </p:nvCxnSpPr>
        <p:spPr>
          <a:xfrm flipH="1" flipV="1">
            <a:off x="7092155" y="3323684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28D26E7-C244-9BD2-63E3-F99DC3BE90E4}"/>
              </a:ext>
            </a:extLst>
          </p:cNvPr>
          <p:cNvCxnSpPr>
            <a:cxnSpLocks/>
          </p:cNvCxnSpPr>
          <p:nvPr/>
        </p:nvCxnSpPr>
        <p:spPr>
          <a:xfrm flipH="1">
            <a:off x="7075281" y="3680628"/>
            <a:ext cx="348296" cy="234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73D1DE0-8F24-6BAA-0E81-BD497A9C7638}"/>
              </a:ext>
            </a:extLst>
          </p:cNvPr>
          <p:cNvCxnSpPr>
            <a:cxnSpLocks/>
          </p:cNvCxnSpPr>
          <p:nvPr/>
        </p:nvCxnSpPr>
        <p:spPr>
          <a:xfrm flipV="1">
            <a:off x="7430733" y="3213218"/>
            <a:ext cx="16874" cy="481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8DB6CA-6092-FF09-76E6-47354C7B3F2D}"/>
              </a:ext>
            </a:extLst>
          </p:cNvPr>
          <p:cNvSpPr txBox="1"/>
          <p:nvPr/>
        </p:nvSpPr>
        <p:spPr>
          <a:xfrm>
            <a:off x="7302038" y="282608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9E7B7C-B806-050D-A81A-729D008D9499}"/>
              </a:ext>
            </a:extLst>
          </p:cNvPr>
          <p:cNvSpPr txBox="1"/>
          <p:nvPr/>
        </p:nvSpPr>
        <p:spPr>
          <a:xfrm>
            <a:off x="6830074" y="299321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33F209-BE48-A1EA-9F96-94442F2E8236}"/>
              </a:ext>
            </a:extLst>
          </p:cNvPr>
          <p:cNvSpPr txBox="1"/>
          <p:nvPr/>
        </p:nvSpPr>
        <p:spPr>
          <a:xfrm>
            <a:off x="6773023" y="37980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F59986B-3B1A-F514-6BD6-1105821BAE7A}"/>
              </a:ext>
            </a:extLst>
          </p:cNvPr>
          <p:cNvCxnSpPr>
            <a:cxnSpLocks/>
          </p:cNvCxnSpPr>
          <p:nvPr/>
        </p:nvCxnSpPr>
        <p:spPr>
          <a:xfrm flipH="1" flipV="1">
            <a:off x="928344" y="3315261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DBEC136-7828-09F8-2815-A32B311ECB04}"/>
              </a:ext>
            </a:extLst>
          </p:cNvPr>
          <p:cNvCxnSpPr>
            <a:cxnSpLocks/>
          </p:cNvCxnSpPr>
          <p:nvPr/>
        </p:nvCxnSpPr>
        <p:spPr>
          <a:xfrm flipV="1">
            <a:off x="1259766" y="3422952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8F1712F-7D7A-EF7A-FC15-6C043E28C1A6}"/>
              </a:ext>
            </a:extLst>
          </p:cNvPr>
          <p:cNvCxnSpPr>
            <a:cxnSpLocks/>
          </p:cNvCxnSpPr>
          <p:nvPr/>
        </p:nvCxnSpPr>
        <p:spPr>
          <a:xfrm flipV="1">
            <a:off x="1266922" y="3204795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31F63B3-D7D1-3CB0-F29B-BD6DE0E08D08}"/>
              </a:ext>
            </a:extLst>
          </p:cNvPr>
          <p:cNvSpPr txBox="1"/>
          <p:nvPr/>
        </p:nvSpPr>
        <p:spPr>
          <a:xfrm>
            <a:off x="1684835" y="311677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BF12AD-5A55-805D-4936-00C8B3209196}"/>
              </a:ext>
            </a:extLst>
          </p:cNvPr>
          <p:cNvSpPr txBox="1"/>
          <p:nvPr/>
        </p:nvSpPr>
        <p:spPr>
          <a:xfrm>
            <a:off x="666263" y="298478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E9FF0A0-9116-627D-9820-6A748AB667D5}"/>
              </a:ext>
            </a:extLst>
          </p:cNvPr>
          <p:cNvSpPr txBox="1"/>
          <p:nvPr/>
        </p:nvSpPr>
        <p:spPr>
          <a:xfrm>
            <a:off x="1154577" y="288529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764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Cartesiano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79B34EC-8848-A22D-7764-CD8347F1AD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209910" y="2044513"/>
            <a:ext cx="2771217" cy="2673640"/>
          </a:xfrm>
          <a:prstGeom prst="rect">
            <a:avLst/>
          </a:prstGeom>
        </p:spPr>
      </p:pic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886109B4-ACBD-4747-FD68-114B5F20312C}"/>
              </a:ext>
            </a:extLst>
          </p:cNvPr>
          <p:cNvSpPr txBox="1"/>
          <p:nvPr/>
        </p:nvSpPr>
        <p:spPr>
          <a:xfrm>
            <a:off x="3695875" y="1570488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AE1A732-E1AE-5BCB-8565-C1BA6B84066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24295" y="3609595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6F3C30F-12A8-1FDB-44F4-F79957E1D834}"/>
              </a:ext>
            </a:extLst>
          </p:cNvPr>
          <p:cNvCxnSpPr>
            <a:cxnSpLocks/>
          </p:cNvCxnSpPr>
          <p:nvPr/>
        </p:nvCxnSpPr>
        <p:spPr>
          <a:xfrm flipV="1">
            <a:off x="3519340" y="3356394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02CDB5C-E61F-41FF-7DFE-4A8CA2BE01C5}"/>
              </a:ext>
            </a:extLst>
          </p:cNvPr>
          <p:cNvCxnSpPr>
            <a:cxnSpLocks/>
          </p:cNvCxnSpPr>
          <p:nvPr/>
        </p:nvCxnSpPr>
        <p:spPr>
          <a:xfrm flipV="1">
            <a:off x="3515860" y="3162697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C6E924B-65D5-004A-E8E2-B28014ACA245}"/>
              </a:ext>
            </a:extLst>
          </p:cNvPr>
          <p:cNvSpPr txBox="1"/>
          <p:nvPr/>
        </p:nvSpPr>
        <p:spPr>
          <a:xfrm>
            <a:off x="3359421" y="2773300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9A3EF7-4710-AE39-F287-57CA9F6CA42E}"/>
              </a:ext>
            </a:extLst>
          </p:cNvPr>
          <p:cNvSpPr txBox="1"/>
          <p:nvPr/>
        </p:nvSpPr>
        <p:spPr>
          <a:xfrm>
            <a:off x="3895832" y="379934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99FC97-C8C7-5532-AE89-E9BD6AC5CA2C}"/>
              </a:ext>
            </a:extLst>
          </p:cNvPr>
          <p:cNvSpPr txBox="1"/>
          <p:nvPr/>
        </p:nvSpPr>
        <p:spPr>
          <a:xfrm>
            <a:off x="3994042" y="307151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5" name="Flecha: a la derecha con bandas 14">
            <a:extLst>
              <a:ext uri="{FF2B5EF4-FFF2-40B4-BE49-F238E27FC236}">
                <a16:creationId xmlns:a16="http://schemas.microsoft.com/office/drawing/2014/main" id="{F1A40DA5-6CCF-5035-39B4-268F4AD41094}"/>
              </a:ext>
            </a:extLst>
          </p:cNvPr>
          <p:cNvSpPr/>
          <p:nvPr/>
        </p:nvSpPr>
        <p:spPr>
          <a:xfrm>
            <a:off x="4584910" y="3126513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00E5DAC-0A8A-37E0-2FB5-158FA59019FD}"/>
              </a:ext>
            </a:extLst>
          </p:cNvPr>
          <p:cNvCxnSpPr>
            <a:cxnSpLocks/>
          </p:cNvCxnSpPr>
          <p:nvPr/>
        </p:nvCxnSpPr>
        <p:spPr>
          <a:xfrm>
            <a:off x="5916976" y="3645779"/>
            <a:ext cx="489551" cy="26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86B2400-8431-FCC5-3F3F-5D070C7B0359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5515101" y="3641831"/>
            <a:ext cx="396920" cy="286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1B3C4B4-6FA7-20F3-92BC-BF8CFEC0B670}"/>
              </a:ext>
            </a:extLst>
          </p:cNvPr>
          <p:cNvCxnSpPr>
            <a:cxnSpLocks/>
          </p:cNvCxnSpPr>
          <p:nvPr/>
        </p:nvCxnSpPr>
        <p:spPr>
          <a:xfrm flipV="1">
            <a:off x="5908541" y="3198881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A5FC34-5156-BEB2-EC8B-1DF7D2D85F50}"/>
              </a:ext>
            </a:extLst>
          </p:cNvPr>
          <p:cNvSpPr txBox="1"/>
          <p:nvPr/>
        </p:nvSpPr>
        <p:spPr>
          <a:xfrm>
            <a:off x="5223964" y="377430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9FADF75-7082-C712-56DE-2E6F43DCE6CA}"/>
              </a:ext>
            </a:extLst>
          </p:cNvPr>
          <p:cNvSpPr txBox="1"/>
          <p:nvPr/>
        </p:nvSpPr>
        <p:spPr>
          <a:xfrm>
            <a:off x="6418250" y="38946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3981A0-C669-AA21-AE9D-F9A9A311806D}"/>
              </a:ext>
            </a:extLst>
          </p:cNvPr>
          <p:cNvSpPr txBox="1"/>
          <p:nvPr/>
        </p:nvSpPr>
        <p:spPr>
          <a:xfrm>
            <a:off x="5761235" y="281306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Google Shape;1603;p42">
            <a:extLst>
              <a:ext uri="{FF2B5EF4-FFF2-40B4-BE49-F238E27FC236}">
                <a16:creationId xmlns:a16="http://schemas.microsoft.com/office/drawing/2014/main" id="{CD14EC27-623A-EE5C-4218-C8EB810F6116}"/>
              </a:ext>
            </a:extLst>
          </p:cNvPr>
          <p:cNvSpPr txBox="1"/>
          <p:nvPr/>
        </p:nvSpPr>
        <p:spPr>
          <a:xfrm>
            <a:off x="6498205" y="1513425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35" name="Flecha: a la derecha con bandas 34">
            <a:extLst>
              <a:ext uri="{FF2B5EF4-FFF2-40B4-BE49-F238E27FC236}">
                <a16:creationId xmlns:a16="http://schemas.microsoft.com/office/drawing/2014/main" id="{7FFD1DA7-521C-F13F-67F8-C0FEE65E839E}"/>
              </a:ext>
            </a:extLst>
          </p:cNvPr>
          <p:cNvSpPr/>
          <p:nvPr/>
        </p:nvSpPr>
        <p:spPr>
          <a:xfrm>
            <a:off x="6633308" y="3162697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7AB4854-E9F9-77AE-E41B-56A9946B8215}"/>
              </a:ext>
            </a:extLst>
          </p:cNvPr>
          <p:cNvCxnSpPr>
            <a:cxnSpLocks/>
          </p:cNvCxnSpPr>
          <p:nvPr/>
        </p:nvCxnSpPr>
        <p:spPr>
          <a:xfrm>
            <a:off x="7825569" y="3609595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00ED3E3-663A-7681-1626-BFA21F18E3C8}"/>
              </a:ext>
            </a:extLst>
          </p:cNvPr>
          <p:cNvCxnSpPr>
            <a:cxnSpLocks/>
          </p:cNvCxnSpPr>
          <p:nvPr/>
        </p:nvCxnSpPr>
        <p:spPr>
          <a:xfrm flipV="1">
            <a:off x="7829049" y="3392578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19B61F5-CEEF-8050-50BE-90049AA84033}"/>
              </a:ext>
            </a:extLst>
          </p:cNvPr>
          <p:cNvCxnSpPr>
            <a:cxnSpLocks/>
          </p:cNvCxnSpPr>
          <p:nvPr/>
        </p:nvCxnSpPr>
        <p:spPr>
          <a:xfrm flipV="1">
            <a:off x="7825569" y="3198881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E254BA0-4F96-87A0-6390-40E8D7850962}"/>
              </a:ext>
            </a:extLst>
          </p:cNvPr>
          <p:cNvSpPr txBox="1"/>
          <p:nvPr/>
        </p:nvSpPr>
        <p:spPr>
          <a:xfrm>
            <a:off x="8134651" y="401636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4182838-431B-E8CF-3379-DF702C217EBA}"/>
              </a:ext>
            </a:extLst>
          </p:cNvPr>
          <p:cNvSpPr txBox="1"/>
          <p:nvPr/>
        </p:nvSpPr>
        <p:spPr>
          <a:xfrm>
            <a:off x="8356291" y="319888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9BB3ACD-2717-7C98-4227-4DD1D380359A}"/>
              </a:ext>
            </a:extLst>
          </p:cNvPr>
          <p:cNvSpPr txBox="1"/>
          <p:nvPr/>
        </p:nvSpPr>
        <p:spPr>
          <a:xfrm>
            <a:off x="7707593" y="281306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359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4136A4C-B143-C96D-0947-26C12F5C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AD5D113-0B8F-469E-FB1B-300DEE740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FB95EB0-FC2C-B3E9-1973-681B1B6B680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Cartesiano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94572E1E-8109-6282-A8C7-A3AA0696927E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0BB10B41-73C1-693D-40DB-5B7D9BE7821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1984661B-C910-96DD-03CD-FFBEEA213E52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DE9F560-84E3-5665-0524-1034E4F0F2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209910" y="2044513"/>
            <a:ext cx="2771217" cy="2673640"/>
          </a:xfrm>
          <a:prstGeom prst="rect">
            <a:avLst/>
          </a:prstGeom>
        </p:spPr>
      </p:pic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4DAAD1F5-F048-C1AA-9160-5AEFD57E7F67}"/>
              </a:ext>
            </a:extLst>
          </p:cNvPr>
          <p:cNvSpPr txBox="1"/>
          <p:nvPr/>
        </p:nvSpPr>
        <p:spPr>
          <a:xfrm>
            <a:off x="3695875" y="1570488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7610351-9A46-8F9E-51C6-0D59EB204432}"/>
              </a:ext>
            </a:extLst>
          </p:cNvPr>
          <p:cNvCxnSpPr>
            <a:cxnSpLocks/>
          </p:cNvCxnSpPr>
          <p:nvPr/>
        </p:nvCxnSpPr>
        <p:spPr>
          <a:xfrm>
            <a:off x="5625111" y="3238831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2D47EFE-15DF-FFF1-8996-AF5DB1CDD8CD}"/>
              </a:ext>
            </a:extLst>
          </p:cNvPr>
          <p:cNvCxnSpPr>
            <a:cxnSpLocks/>
          </p:cNvCxnSpPr>
          <p:nvPr/>
        </p:nvCxnSpPr>
        <p:spPr>
          <a:xfrm flipV="1">
            <a:off x="5642934" y="2996214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DFAD457-0871-04C2-4C45-EB12A21D60B3}"/>
              </a:ext>
            </a:extLst>
          </p:cNvPr>
          <p:cNvCxnSpPr>
            <a:cxnSpLocks/>
          </p:cNvCxnSpPr>
          <p:nvPr/>
        </p:nvCxnSpPr>
        <p:spPr>
          <a:xfrm>
            <a:off x="5639454" y="3238831"/>
            <a:ext cx="0" cy="449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67DAF25-4B3A-C284-C749-174CD058D5F4}"/>
              </a:ext>
            </a:extLst>
          </p:cNvPr>
          <p:cNvSpPr txBox="1"/>
          <p:nvPr/>
        </p:nvSpPr>
        <p:spPr>
          <a:xfrm>
            <a:off x="5480377" y="38100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624B4B-0020-F291-13A5-3296375270FF}"/>
              </a:ext>
            </a:extLst>
          </p:cNvPr>
          <p:cNvSpPr txBox="1"/>
          <p:nvPr/>
        </p:nvSpPr>
        <p:spPr>
          <a:xfrm>
            <a:off x="6111928" y="27369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3ABEA1-E835-A92D-FE95-E4380EADB972}"/>
              </a:ext>
            </a:extLst>
          </p:cNvPr>
          <p:cNvSpPr txBox="1"/>
          <p:nvPr/>
        </p:nvSpPr>
        <p:spPr>
          <a:xfrm>
            <a:off x="5996648" y="3593053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5" name="Flecha: a la derecha con bandas 14">
            <a:extLst>
              <a:ext uri="{FF2B5EF4-FFF2-40B4-BE49-F238E27FC236}">
                <a16:creationId xmlns:a16="http://schemas.microsoft.com/office/drawing/2014/main" id="{CAF185A8-CCB1-A10D-5E1A-03E93596C11F}"/>
              </a:ext>
            </a:extLst>
          </p:cNvPr>
          <p:cNvSpPr/>
          <p:nvPr/>
        </p:nvSpPr>
        <p:spPr>
          <a:xfrm>
            <a:off x="4584910" y="3126513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Google Shape;1603;p42">
            <a:extLst>
              <a:ext uri="{FF2B5EF4-FFF2-40B4-BE49-F238E27FC236}">
                <a16:creationId xmlns:a16="http://schemas.microsoft.com/office/drawing/2014/main" id="{0413CF81-CC6D-F3C9-3E35-11F863EE01C3}"/>
              </a:ext>
            </a:extLst>
          </p:cNvPr>
          <p:cNvSpPr txBox="1"/>
          <p:nvPr/>
        </p:nvSpPr>
        <p:spPr>
          <a:xfrm>
            <a:off x="6498205" y="1513425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35" name="Flecha: a la derecha con bandas 34">
            <a:extLst>
              <a:ext uri="{FF2B5EF4-FFF2-40B4-BE49-F238E27FC236}">
                <a16:creationId xmlns:a16="http://schemas.microsoft.com/office/drawing/2014/main" id="{6B13F0AF-0560-612E-FE12-21F30A265AA4}"/>
              </a:ext>
            </a:extLst>
          </p:cNvPr>
          <p:cNvSpPr/>
          <p:nvPr/>
        </p:nvSpPr>
        <p:spPr>
          <a:xfrm>
            <a:off x="6633308" y="3162697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837566DC-C2C9-F68C-75CB-231BC6BA9D6C}"/>
              </a:ext>
            </a:extLst>
          </p:cNvPr>
          <p:cNvCxnSpPr>
            <a:cxnSpLocks/>
          </p:cNvCxnSpPr>
          <p:nvPr/>
        </p:nvCxnSpPr>
        <p:spPr>
          <a:xfrm>
            <a:off x="3638306" y="3550233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F707ABF-D147-031F-4076-EE55F60BC960}"/>
              </a:ext>
            </a:extLst>
          </p:cNvPr>
          <p:cNvCxnSpPr>
            <a:cxnSpLocks/>
          </p:cNvCxnSpPr>
          <p:nvPr/>
        </p:nvCxnSpPr>
        <p:spPr>
          <a:xfrm flipV="1">
            <a:off x="3641786" y="3333216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817DF0B-27D3-B493-896B-851922AD084A}"/>
              </a:ext>
            </a:extLst>
          </p:cNvPr>
          <p:cNvCxnSpPr>
            <a:cxnSpLocks/>
          </p:cNvCxnSpPr>
          <p:nvPr/>
        </p:nvCxnSpPr>
        <p:spPr>
          <a:xfrm flipV="1">
            <a:off x="3638306" y="3139519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ADFAE50-03F0-19FF-997E-B0C251B733E5}"/>
              </a:ext>
            </a:extLst>
          </p:cNvPr>
          <p:cNvSpPr txBox="1"/>
          <p:nvPr/>
        </p:nvSpPr>
        <p:spPr>
          <a:xfrm>
            <a:off x="3947388" y="395699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EA5422B-7FA7-1081-5BA7-04C1C99A16C3}"/>
              </a:ext>
            </a:extLst>
          </p:cNvPr>
          <p:cNvSpPr txBox="1"/>
          <p:nvPr/>
        </p:nvSpPr>
        <p:spPr>
          <a:xfrm>
            <a:off x="4169028" y="313951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5E3E8B8-B687-C957-C1D8-BC7052A91F09}"/>
              </a:ext>
            </a:extLst>
          </p:cNvPr>
          <p:cNvSpPr txBox="1"/>
          <p:nvPr/>
        </p:nvSpPr>
        <p:spPr>
          <a:xfrm>
            <a:off x="3520330" y="2753702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ED3FE02-0FBD-5DB0-1931-2A95F653454A}"/>
              </a:ext>
            </a:extLst>
          </p:cNvPr>
          <p:cNvCxnSpPr>
            <a:cxnSpLocks/>
          </p:cNvCxnSpPr>
          <p:nvPr/>
        </p:nvCxnSpPr>
        <p:spPr>
          <a:xfrm>
            <a:off x="7939473" y="3455848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9B328C5-8BD9-57D5-0901-D119D23A0657}"/>
              </a:ext>
            </a:extLst>
          </p:cNvPr>
          <p:cNvCxnSpPr>
            <a:cxnSpLocks/>
          </p:cNvCxnSpPr>
          <p:nvPr/>
        </p:nvCxnSpPr>
        <p:spPr>
          <a:xfrm flipV="1">
            <a:off x="7942953" y="3238831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C39321A-0400-1A55-AE4E-CEB4E7417267}"/>
              </a:ext>
            </a:extLst>
          </p:cNvPr>
          <p:cNvCxnSpPr>
            <a:cxnSpLocks/>
          </p:cNvCxnSpPr>
          <p:nvPr/>
        </p:nvCxnSpPr>
        <p:spPr>
          <a:xfrm flipV="1">
            <a:off x="7939473" y="3045134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721C5B-BE69-7262-267A-D7EC462E92FA}"/>
              </a:ext>
            </a:extLst>
          </p:cNvPr>
          <p:cNvSpPr txBox="1"/>
          <p:nvPr/>
        </p:nvSpPr>
        <p:spPr>
          <a:xfrm>
            <a:off x="8438530" y="3033873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37D23A3-817C-6CBC-5607-FD714FD0DB25}"/>
              </a:ext>
            </a:extLst>
          </p:cNvPr>
          <p:cNvSpPr txBox="1"/>
          <p:nvPr/>
        </p:nvSpPr>
        <p:spPr>
          <a:xfrm>
            <a:off x="7771896" y="26803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F9905B-36F2-0A47-BA77-DDCDC8221EC7}"/>
              </a:ext>
            </a:extLst>
          </p:cNvPr>
          <p:cNvSpPr txBox="1"/>
          <p:nvPr/>
        </p:nvSpPr>
        <p:spPr>
          <a:xfrm>
            <a:off x="8319213" y="3829602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3237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11343</TotalTime>
  <Words>1281</Words>
  <Application>Microsoft Office PowerPoint</Application>
  <PresentationFormat>Presentación en pantalla (16:9)</PresentationFormat>
  <Paragraphs>393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Cambria Math</vt:lpstr>
      <vt:lpstr>Rajdhani</vt:lpstr>
      <vt:lpstr>Anton</vt:lpstr>
      <vt:lpstr>Fira Sans Condensed Light</vt:lpstr>
      <vt:lpstr>Advent Pro Light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346</cp:revision>
  <dcterms:modified xsi:type="dcterms:W3CDTF">2026-02-26T04:08:34Z</dcterms:modified>
</cp:coreProperties>
</file>